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3" r:id="rId7"/>
    <p:sldId id="277" r:id="rId8"/>
    <p:sldId id="276" r:id="rId9"/>
    <p:sldId id="286" r:id="rId10"/>
    <p:sldId id="278" r:id="rId11"/>
    <p:sldId id="279" r:id="rId12"/>
    <p:sldId id="280" r:id="rId13"/>
    <p:sldId id="281" r:id="rId14"/>
    <p:sldId id="282" r:id="rId15"/>
    <p:sldId id="283" r:id="rId16"/>
    <p:sldId id="284" r:id="rId17"/>
    <p:sldId id="285" r:id="rId18"/>
    <p:sldId id="287" r:id="rId19"/>
    <p:sldId id="288" r:id="rId20"/>
    <p:sldId id="274" r:id="rId21"/>
  </p:sldIdLst>
  <p:sldSz cx="9144000" cy="5143500" type="screen16x9"/>
  <p:notesSz cx="6858000" cy="9144000"/>
  <p:embeddedFontLst>
    <p:embeddedFont>
      <p:font typeface="Hanken Grotesk" panose="020B0604020202020204" charset="0"/>
      <p:regular r:id="rId23"/>
      <p:bold r:id="rId24"/>
      <p:italic r:id="rId25"/>
      <p:boldItalic r:id="rId26"/>
    </p:embeddedFont>
    <p:embeddedFont>
      <p:font typeface="Lato" panose="020F0502020204030203"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41" roundtripDataSignature="AMtx7mgA6+DAgtwr0hW6of/pkTOQhT9Fj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3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AE54FD-BEB2-CE93-C4DD-66E3376EB71B}" v="1645" dt="2026-05-13T18:36:53.602"/>
    <p1510:client id="{58AF4004-B2F4-C365-6663-92FD7CAC0789}" v="95" dt="2026-05-13T10:21:22.361"/>
    <p1510:client id="{82AAFD8D-2C2D-B57A-C619-082E84769BDA}" v="1132" dt="2026-05-13T19:39:45.838"/>
    <p1510:client id="{943E5D52-3A26-0C76-F13C-BE5346F45490}" v="891" dt="2026-05-13T15:07:09.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46"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43"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4" name="Google Shape;65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0" name="Google Shape;66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7" name="Google Shape;66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3" name="Google Shape;67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0" name="Google Shape;6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4047992B-E3A2-0055-E704-C4DDC7D823FF}"/>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54D1EB46-FDC9-8C88-A62B-A4CD4156C2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D14B64AA-C2FF-F77A-9F9D-93B22E3005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0242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35EE3567-B599-4E82-9933-1257E14E4DF1}"/>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779A6E8C-4FAA-F3B8-817F-A0A868FE46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DD1A2386-4F57-7954-47DB-FE10151FBB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61356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916DC832-A2E6-4DF9-556C-00BF18892ADA}"/>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621CDD6D-F706-4719-08FD-7389CAD5A5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F872891B-B153-F4FF-5896-8EFAFCDC8D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37096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B86EDB45-DEE0-F945-2B01-CDF321BE21DF}"/>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87F22147-E662-5B70-8B59-D355FF7788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CACAB8C8-3C61-74F0-7FBE-10F89663CE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58592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9D554A3F-FEC8-9E01-993C-AC5AE801F3F0}"/>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A93DBE7A-ECD6-2DC2-01F7-29E284318D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7FDBB623-B389-4CA7-1742-4729813E5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63842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CB5B9F7F-017C-F143-B4BE-6CB2BEC6AB58}"/>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949D0F3D-BC3D-E50A-BCA5-3B30A28B26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2CEC2E2D-3D23-76C4-3278-8AE4551F64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6933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A18A8051-DE83-3A63-621B-662A77347BEC}"/>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AA946EC2-C980-AFE9-97B3-5899BB74F5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75D300E7-6621-5C88-56D7-87FE6413AA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00879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852B1D2A-E6D8-CB7E-9010-5AC930EA46CB}"/>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A91F9716-6C62-A345-2D35-F04F34A1C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220A97ED-8519-4488-ECC7-309B770A52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57493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8286378B-AFB9-FBEF-BB02-EBDBE2A0F0FC}"/>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A53C8A0C-EC89-7849-6F58-C3191635F8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5871A37E-C3CF-40CA-7D92-4881FBCF63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83319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29C99947-97C6-B4BE-F951-B353315C5EEE}"/>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07A6FF5F-27B5-4A53-B2C5-4FA0DF2C7E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C6AA3FA7-2216-17D8-4D9C-0E09192FE9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28943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7727DE37-1A51-3465-CCC9-2AB0A849E8A3}"/>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7D166749-9FB7-45F4-EF61-DC2D0656F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F5253C94-FD53-E519-34B2-DFD07F6193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704690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F1632531-BE9D-FD72-3A28-8D8C3B4B60D2}"/>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B3DB514A-61F1-96F3-4982-1AAAA81151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2E23D51A-C5DA-68B3-22C0-3CF510801D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7461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a:extLst>
            <a:ext uri="{FF2B5EF4-FFF2-40B4-BE49-F238E27FC236}">
              <a16:creationId xmlns:a16="http://schemas.microsoft.com/office/drawing/2014/main" id="{B74CAE5A-07C2-DEA7-35DB-FEAA3EBDA933}"/>
            </a:ext>
          </a:extLst>
        </p:cNvPr>
        <p:cNvGrpSpPr/>
        <p:nvPr/>
      </p:nvGrpSpPr>
      <p:grpSpPr>
        <a:xfrm>
          <a:off x="0" y="0"/>
          <a:ext cx="0" cy="0"/>
          <a:chOff x="0" y="0"/>
          <a:chExt cx="0" cy="0"/>
        </a:xfrm>
      </p:grpSpPr>
      <p:sp>
        <p:nvSpPr>
          <p:cNvPr id="697" name="Google Shape;697;p9:notes">
            <a:extLst>
              <a:ext uri="{FF2B5EF4-FFF2-40B4-BE49-F238E27FC236}">
                <a16:creationId xmlns:a16="http://schemas.microsoft.com/office/drawing/2014/main" id="{1898C8E5-BF79-442F-9A6B-8E5790205B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9:notes">
            <a:extLst>
              <a:ext uri="{FF2B5EF4-FFF2-40B4-BE49-F238E27FC236}">
                <a16:creationId xmlns:a16="http://schemas.microsoft.com/office/drawing/2014/main" id="{894B85F5-597F-E3DC-7A36-780141987B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228881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5" name="Google Shape;76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g3e0edb04fb1_0_157"/>
          <p:cNvSpPr txBox="1">
            <a:spLocks noGrp="1"/>
          </p:cNvSpPr>
          <p:nvPr>
            <p:ph type="ctrTitle"/>
          </p:nvPr>
        </p:nvSpPr>
        <p:spPr>
          <a:xfrm>
            <a:off x="1115975" y="1999150"/>
            <a:ext cx="4384800" cy="1698900"/>
          </a:xfrm>
          <a:prstGeom prst="rect">
            <a:avLst/>
          </a:prstGeom>
          <a:noFill/>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3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g3e0edb04fb1_0_157"/>
          <p:cNvSpPr txBox="1">
            <a:spLocks noGrp="1"/>
          </p:cNvSpPr>
          <p:nvPr>
            <p:ph type="subTitle" idx="1"/>
          </p:nvPr>
        </p:nvSpPr>
        <p:spPr>
          <a:xfrm>
            <a:off x="1115975" y="3719650"/>
            <a:ext cx="4384800" cy="3789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g3e0edb04fb1_0_157"/>
          <p:cNvGrpSpPr/>
          <p:nvPr/>
        </p:nvGrpSpPr>
        <p:grpSpPr>
          <a:xfrm>
            <a:off x="7612300" y="-540750"/>
            <a:ext cx="1111343" cy="1111343"/>
            <a:chOff x="8307725" y="278700"/>
            <a:chExt cx="1111343" cy="1111343"/>
          </a:xfrm>
        </p:grpSpPr>
        <p:sp>
          <p:nvSpPr>
            <p:cNvPr id="12" name="Google Shape;12;g3e0edb04fb1_0_157"/>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g3e0edb04fb1_0_157"/>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g3e0edb04fb1_0_157"/>
          <p:cNvGrpSpPr/>
          <p:nvPr/>
        </p:nvGrpSpPr>
        <p:grpSpPr>
          <a:xfrm>
            <a:off x="8208698" y="2109319"/>
            <a:ext cx="1160062" cy="247278"/>
            <a:chOff x="8208698" y="2109319"/>
            <a:chExt cx="1160062" cy="247278"/>
          </a:xfrm>
        </p:grpSpPr>
        <p:sp>
          <p:nvSpPr>
            <p:cNvPr id="15" name="Google Shape;15;g3e0edb04fb1_0_157"/>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g3e0edb04fb1_0_157"/>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g3e0edb04fb1_0_157"/>
          <p:cNvGrpSpPr/>
          <p:nvPr/>
        </p:nvGrpSpPr>
        <p:grpSpPr>
          <a:xfrm rot="5400000" flipH="1">
            <a:off x="6277862" y="5350755"/>
            <a:ext cx="4486819" cy="625122"/>
            <a:chOff x="-78438" y="4073905"/>
            <a:chExt cx="4486819" cy="625122"/>
          </a:xfrm>
        </p:grpSpPr>
        <p:cxnSp>
          <p:nvCxnSpPr>
            <p:cNvPr id="18" name="Google Shape;18;g3e0edb04fb1_0_157"/>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9" name="Google Shape;19;g3e0edb04fb1_0_157"/>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g3e0edb04fb1_0_157"/>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g3e0edb04fb1_0_157"/>
          <p:cNvGrpSpPr/>
          <p:nvPr/>
        </p:nvGrpSpPr>
        <p:grpSpPr>
          <a:xfrm rot="-5400000">
            <a:off x="8388339" y="1273396"/>
            <a:ext cx="493321" cy="357312"/>
            <a:chOff x="1722354" y="229144"/>
            <a:chExt cx="1748744" cy="1266614"/>
          </a:xfrm>
        </p:grpSpPr>
        <p:sp>
          <p:nvSpPr>
            <p:cNvPr id="22" name="Google Shape;22;g3e0edb04fb1_0_15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g3e0edb04fb1_0_15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3e0edb04fb1_0_173"/>
          <p:cNvSpPr txBox="1">
            <a:spLocks noGrp="1"/>
          </p:cNvSpPr>
          <p:nvPr>
            <p:ph type="title"/>
          </p:nvPr>
        </p:nvSpPr>
        <p:spPr>
          <a:xfrm>
            <a:off x="1136800" y="2325725"/>
            <a:ext cx="3653400" cy="9894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g3e0edb04fb1_0_173"/>
          <p:cNvSpPr txBox="1">
            <a:spLocks noGrp="1"/>
          </p:cNvSpPr>
          <p:nvPr>
            <p:ph type="title" idx="2" hasCustomPrompt="1"/>
          </p:nvPr>
        </p:nvSpPr>
        <p:spPr>
          <a:xfrm>
            <a:off x="4790350" y="2279800"/>
            <a:ext cx="1343100" cy="989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7" name="Google Shape;27;g3e0edb04fb1_0_173"/>
          <p:cNvGrpSpPr/>
          <p:nvPr/>
        </p:nvGrpSpPr>
        <p:grpSpPr>
          <a:xfrm rot="-5400000">
            <a:off x="3860412" y="-1906049"/>
            <a:ext cx="3859204" cy="615399"/>
            <a:chOff x="-6675" y="307100"/>
            <a:chExt cx="9140700" cy="4634025"/>
          </a:xfrm>
        </p:grpSpPr>
        <p:cxnSp>
          <p:nvCxnSpPr>
            <p:cNvPr id="28" name="Google Shape;28;g3e0edb04fb1_0_173"/>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9" name="Google Shape;29;g3e0edb04fb1_0_173"/>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0" name="Google Shape;30;g3e0edb04fb1_0_173"/>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1" name="Google Shape;31;g3e0edb04fb1_0_173"/>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2" name="Google Shape;32;g3e0edb04fb1_0_173"/>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3" name="Google Shape;33;g3e0edb04fb1_0_17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4" name="Google Shape;34;g3e0edb04fb1_0_17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 name="Google Shape;35;g3e0edb04fb1_0_17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6" name="Google Shape;36;g3e0edb04fb1_0_17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7" name="Google Shape;37;g3e0edb04fb1_0_17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38" name="Google Shape;38;g3e0edb04fb1_0_173"/>
          <p:cNvGrpSpPr/>
          <p:nvPr/>
        </p:nvGrpSpPr>
        <p:grpSpPr>
          <a:xfrm>
            <a:off x="-415272" y="538801"/>
            <a:ext cx="7636891" cy="5144942"/>
            <a:chOff x="-415272" y="538801"/>
            <a:chExt cx="7636891" cy="5144942"/>
          </a:xfrm>
        </p:grpSpPr>
        <p:grpSp>
          <p:nvGrpSpPr>
            <p:cNvPr id="39" name="Google Shape;39;g3e0edb04fb1_0_173"/>
            <p:cNvGrpSpPr/>
            <p:nvPr/>
          </p:nvGrpSpPr>
          <p:grpSpPr>
            <a:xfrm>
              <a:off x="6110275" y="4572400"/>
              <a:ext cx="1111343" cy="1111343"/>
              <a:chOff x="8307725" y="278700"/>
              <a:chExt cx="1111343" cy="1111343"/>
            </a:xfrm>
          </p:grpSpPr>
          <p:sp>
            <p:nvSpPr>
              <p:cNvPr id="40" name="Google Shape;40;g3e0edb04fb1_0_173"/>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g3e0edb04fb1_0_173"/>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g3e0edb04fb1_0_173"/>
            <p:cNvGrpSpPr/>
            <p:nvPr/>
          </p:nvGrpSpPr>
          <p:grpSpPr>
            <a:xfrm>
              <a:off x="-415272" y="538801"/>
              <a:ext cx="2027056" cy="586283"/>
              <a:chOff x="-415272" y="538801"/>
              <a:chExt cx="2027056" cy="586283"/>
            </a:xfrm>
          </p:grpSpPr>
          <p:sp>
            <p:nvSpPr>
              <p:cNvPr id="43" name="Google Shape;43;g3e0edb04fb1_0_173"/>
              <p:cNvSpPr/>
              <p:nvPr/>
            </p:nvSpPr>
            <p:spPr>
              <a:xfrm rot="-5400000">
                <a:off x="1352729" y="32286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g3e0edb04fb1_0_173"/>
              <p:cNvSpPr/>
              <p:nvPr/>
            </p:nvSpPr>
            <p:spPr>
              <a:xfrm rot="-5400000">
                <a:off x="-39071" y="673783"/>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sp>
        <p:nvSpPr>
          <p:cNvPr id="46" name="Google Shape;46;g3e0edb04fb1_0_194"/>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g3e0edb04fb1_0_194"/>
          <p:cNvSpPr txBox="1">
            <a:spLocks noGrp="1"/>
          </p:cNvSpPr>
          <p:nvPr>
            <p:ph type="body" idx="1"/>
          </p:nvPr>
        </p:nvSpPr>
        <p:spPr>
          <a:xfrm>
            <a:off x="720000" y="1056776"/>
            <a:ext cx="7704000" cy="421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48" name="Google Shape;48;g3e0edb04fb1_0_194"/>
          <p:cNvGrpSpPr/>
          <p:nvPr/>
        </p:nvGrpSpPr>
        <p:grpSpPr>
          <a:xfrm>
            <a:off x="188277" y="1651177"/>
            <a:ext cx="8669316" cy="2098194"/>
            <a:chOff x="188277" y="1651177"/>
            <a:chExt cx="8669316" cy="2098194"/>
          </a:xfrm>
        </p:grpSpPr>
        <p:sp>
          <p:nvSpPr>
            <p:cNvPr id="49" name="Google Shape;49;g3e0edb04fb1_0_194"/>
            <p:cNvSpPr/>
            <p:nvPr/>
          </p:nvSpPr>
          <p:spPr>
            <a:xfrm rot="10800000">
              <a:off x="8650702" y="1651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g3e0edb04fb1_0_194"/>
            <p:cNvSpPr/>
            <p:nvPr/>
          </p:nvSpPr>
          <p:spPr>
            <a:xfrm rot="10800000">
              <a:off x="8814477"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g3e0edb04fb1_0_194"/>
            <p:cNvGrpSpPr/>
            <p:nvPr/>
          </p:nvGrpSpPr>
          <p:grpSpPr>
            <a:xfrm>
              <a:off x="188277" y="2983227"/>
              <a:ext cx="206891" cy="766144"/>
              <a:chOff x="8650702" y="3525402"/>
              <a:chExt cx="206891" cy="766144"/>
            </a:xfrm>
          </p:grpSpPr>
          <p:sp>
            <p:nvSpPr>
              <p:cNvPr id="52" name="Google Shape;52;g3e0edb04fb1_0_19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g3e0edb04fb1_0_19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 name="Google Shape;54;g3e0edb04fb1_0_194"/>
          <p:cNvGrpSpPr/>
          <p:nvPr/>
        </p:nvGrpSpPr>
        <p:grpSpPr>
          <a:xfrm>
            <a:off x="-1181862" y="-331600"/>
            <a:ext cx="11020270" cy="5673388"/>
            <a:chOff x="-1181862" y="-331600"/>
            <a:chExt cx="11020270" cy="5673388"/>
          </a:xfrm>
        </p:grpSpPr>
        <p:grpSp>
          <p:nvGrpSpPr>
            <p:cNvPr id="55" name="Google Shape;55;g3e0edb04fb1_0_194"/>
            <p:cNvGrpSpPr/>
            <p:nvPr/>
          </p:nvGrpSpPr>
          <p:grpSpPr>
            <a:xfrm>
              <a:off x="8873150" y="1130915"/>
              <a:ext cx="965258" cy="273510"/>
              <a:chOff x="-6675" y="2881558"/>
              <a:chExt cx="9140700" cy="2059567"/>
            </a:xfrm>
          </p:grpSpPr>
          <p:cxnSp>
            <p:nvCxnSpPr>
              <p:cNvPr id="56" name="Google Shape;56;g3e0edb04fb1_0_19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57;g3e0edb04fb1_0_19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 name="Google Shape;58;g3e0edb04fb1_0_19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9" name="Google Shape;59;g3e0edb04fb1_0_19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0" name="Google Shape;60;g3e0edb04fb1_0_19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1" name="Google Shape;61;g3e0edb04fb1_0_194"/>
            <p:cNvSpPr/>
            <p:nvPr/>
          </p:nvSpPr>
          <p:spPr>
            <a:xfrm>
              <a:off x="8095400" y="-331600"/>
              <a:ext cx="1470082" cy="2332467"/>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62" name="Google Shape;62;g3e0edb04fb1_0_194"/>
            <p:cNvGrpSpPr/>
            <p:nvPr/>
          </p:nvGrpSpPr>
          <p:grpSpPr>
            <a:xfrm rot="10800000" flipH="1">
              <a:off x="8650689" y="182196"/>
              <a:ext cx="493321" cy="357312"/>
              <a:chOff x="1722354" y="229144"/>
              <a:chExt cx="1748744" cy="1266614"/>
            </a:xfrm>
          </p:grpSpPr>
          <p:sp>
            <p:nvSpPr>
              <p:cNvPr id="63" name="Google Shape;63;g3e0edb04fb1_0_19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g3e0edb04fb1_0_19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g3e0edb04fb1_0_194"/>
            <p:cNvSpPr/>
            <p:nvPr/>
          </p:nvSpPr>
          <p:spPr>
            <a:xfrm rot="5400000">
              <a:off x="-191675" y="3481200"/>
              <a:ext cx="870400" cy="285077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66" name="Google Shape;66;g3e0edb04fb1_0_194"/>
            <p:cNvGrpSpPr/>
            <p:nvPr/>
          </p:nvGrpSpPr>
          <p:grpSpPr>
            <a:xfrm rot="-5400000" flipH="1">
              <a:off x="159064" y="4046096"/>
              <a:ext cx="493321" cy="357312"/>
              <a:chOff x="1722354" y="229144"/>
              <a:chExt cx="1748744" cy="1266614"/>
            </a:xfrm>
          </p:grpSpPr>
          <p:sp>
            <p:nvSpPr>
              <p:cNvPr id="67" name="Google Shape;67;g3e0edb04fb1_0_19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g3e0edb04fb1_0_19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9;g3e0edb04fb1_0_194"/>
            <p:cNvGrpSpPr/>
            <p:nvPr/>
          </p:nvGrpSpPr>
          <p:grpSpPr>
            <a:xfrm>
              <a:off x="-776975" y="4800515"/>
              <a:ext cx="965258" cy="273510"/>
              <a:chOff x="-6675" y="2881558"/>
              <a:chExt cx="9140700" cy="2059567"/>
            </a:xfrm>
          </p:grpSpPr>
          <p:cxnSp>
            <p:nvCxnSpPr>
              <p:cNvPr id="70" name="Google Shape;70;g3e0edb04fb1_0_19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1" name="Google Shape;71;g3e0edb04fb1_0_19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2" name="Google Shape;72;g3e0edb04fb1_0_19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3" name="Google Shape;73;g3e0edb04fb1_0_19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4" name="Google Shape;74;g3e0edb04fb1_0_19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75" name="Google Shape;75;g3e0edb04fb1_0_194"/>
          <p:cNvGrpSpPr/>
          <p:nvPr/>
        </p:nvGrpSpPr>
        <p:grpSpPr>
          <a:xfrm>
            <a:off x="-142612" y="-168664"/>
            <a:ext cx="7919030" cy="2888968"/>
            <a:chOff x="-142612" y="-168664"/>
            <a:chExt cx="7919030" cy="2888968"/>
          </a:xfrm>
        </p:grpSpPr>
        <p:sp>
          <p:nvSpPr>
            <p:cNvPr id="76" name="Google Shape;76;g3e0edb04fb1_0_194"/>
            <p:cNvSpPr/>
            <p:nvPr/>
          </p:nvSpPr>
          <p:spPr>
            <a:xfrm rot="10800000">
              <a:off x="7736362" y="-1686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g3e0edb04fb1_0_194"/>
            <p:cNvSpPr/>
            <p:nvPr/>
          </p:nvSpPr>
          <p:spPr>
            <a:xfrm rot="5400000">
              <a:off x="57800" y="2479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g3e0edb04fb1_0_194"/>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9"/>
        <p:cNvGrpSpPr/>
        <p:nvPr/>
      </p:nvGrpSpPr>
      <p:grpSpPr>
        <a:xfrm>
          <a:off x="0" y="0"/>
          <a:ext cx="0" cy="0"/>
          <a:chOff x="0" y="0"/>
          <a:chExt cx="0" cy="0"/>
        </a:xfrm>
      </p:grpSpPr>
      <p:sp>
        <p:nvSpPr>
          <p:cNvPr id="80" name="Google Shape;80;g3e0edb04fb1_0_2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81" name="Google Shape;81;g3e0edb04fb1_0_228"/>
          <p:cNvSpPr txBox="1">
            <a:spLocks noGrp="1"/>
          </p:cNvSpPr>
          <p:nvPr>
            <p:ph type="subTitle" idx="1"/>
          </p:nvPr>
        </p:nvSpPr>
        <p:spPr>
          <a:xfrm>
            <a:off x="4861824" y="2438075"/>
            <a:ext cx="2610900" cy="14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2" name="Google Shape;82;g3e0edb04fb1_0_228"/>
          <p:cNvSpPr txBox="1">
            <a:spLocks noGrp="1"/>
          </p:cNvSpPr>
          <p:nvPr>
            <p:ph type="subTitle" idx="2"/>
          </p:nvPr>
        </p:nvSpPr>
        <p:spPr>
          <a:xfrm>
            <a:off x="1671269" y="2438075"/>
            <a:ext cx="2610900" cy="14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 name="Google Shape;83;g3e0edb04fb1_0_228"/>
          <p:cNvSpPr txBox="1">
            <a:spLocks noGrp="1"/>
          </p:cNvSpPr>
          <p:nvPr>
            <p:ph type="subTitle" idx="3"/>
          </p:nvPr>
        </p:nvSpPr>
        <p:spPr>
          <a:xfrm>
            <a:off x="1671269" y="2041650"/>
            <a:ext cx="2610900" cy="48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84" name="Google Shape;84;g3e0edb04fb1_0_228"/>
          <p:cNvSpPr txBox="1">
            <a:spLocks noGrp="1"/>
          </p:cNvSpPr>
          <p:nvPr>
            <p:ph type="subTitle" idx="4"/>
          </p:nvPr>
        </p:nvSpPr>
        <p:spPr>
          <a:xfrm>
            <a:off x="4861831" y="2041650"/>
            <a:ext cx="2610900" cy="48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85" name="Google Shape;85;g3e0edb04fb1_0_228"/>
          <p:cNvGrpSpPr/>
          <p:nvPr/>
        </p:nvGrpSpPr>
        <p:grpSpPr>
          <a:xfrm>
            <a:off x="188277" y="2438079"/>
            <a:ext cx="8669349" cy="1311292"/>
            <a:chOff x="188277" y="2438079"/>
            <a:chExt cx="8669349" cy="1311292"/>
          </a:xfrm>
        </p:grpSpPr>
        <p:sp>
          <p:nvSpPr>
            <p:cNvPr id="86" name="Google Shape;86;g3e0edb04fb1_0_228"/>
            <p:cNvSpPr/>
            <p:nvPr/>
          </p:nvSpPr>
          <p:spPr>
            <a:xfrm rot="10800000">
              <a:off x="8615635" y="29832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g3e0edb04fb1_0_228"/>
            <p:cNvSpPr/>
            <p:nvPr/>
          </p:nvSpPr>
          <p:spPr>
            <a:xfrm rot="10800000">
              <a:off x="8814510" y="24380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g3e0edb04fb1_0_228"/>
            <p:cNvGrpSpPr/>
            <p:nvPr/>
          </p:nvGrpSpPr>
          <p:grpSpPr>
            <a:xfrm>
              <a:off x="188277" y="2983227"/>
              <a:ext cx="206891" cy="766144"/>
              <a:chOff x="8650702" y="3525402"/>
              <a:chExt cx="206891" cy="766144"/>
            </a:xfrm>
          </p:grpSpPr>
          <p:sp>
            <p:nvSpPr>
              <p:cNvPr id="89" name="Google Shape;89;g3e0edb04fb1_0_228"/>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g3e0edb04fb1_0_228"/>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1" name="Google Shape;91;g3e0edb04fb1_0_228"/>
          <p:cNvGrpSpPr/>
          <p:nvPr/>
        </p:nvGrpSpPr>
        <p:grpSpPr>
          <a:xfrm>
            <a:off x="-2835749" y="5"/>
            <a:ext cx="12294866" cy="7634520"/>
            <a:chOff x="-2835749" y="5"/>
            <a:chExt cx="12294866" cy="7634520"/>
          </a:xfrm>
        </p:grpSpPr>
        <p:sp>
          <p:nvSpPr>
            <p:cNvPr id="92" name="Google Shape;92;g3e0edb04fb1_0_228"/>
            <p:cNvSpPr/>
            <p:nvPr/>
          </p:nvSpPr>
          <p:spPr>
            <a:xfrm flipH="1">
              <a:off x="-2835749" y="5"/>
              <a:ext cx="3174344" cy="5036488"/>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93" name="Google Shape;93;g3e0edb04fb1_0_228"/>
            <p:cNvGrpSpPr/>
            <p:nvPr/>
          </p:nvGrpSpPr>
          <p:grpSpPr>
            <a:xfrm rot="10800000">
              <a:off x="29436" y="1468071"/>
              <a:ext cx="493321" cy="357312"/>
              <a:chOff x="2199401" y="229144"/>
              <a:chExt cx="1748744" cy="1266614"/>
            </a:xfrm>
          </p:grpSpPr>
          <p:sp>
            <p:nvSpPr>
              <p:cNvPr id="94" name="Google Shape;94;g3e0edb04fb1_0_228"/>
              <p:cNvSpPr/>
              <p:nvPr/>
            </p:nvSpPr>
            <p:spPr>
              <a:xfrm rot="10800000">
                <a:off x="2716154"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g3e0edb04fb1_0_228"/>
              <p:cNvSpPr/>
              <p:nvPr/>
            </p:nvSpPr>
            <p:spPr>
              <a:xfrm rot="10800000">
                <a:off x="2199401"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g3e0edb04fb1_0_228"/>
            <p:cNvSpPr/>
            <p:nvPr/>
          </p:nvSpPr>
          <p:spPr>
            <a:xfrm>
              <a:off x="8212964" y="3553070"/>
              <a:ext cx="1246152" cy="408145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97" name="Google Shape;97;g3e0edb04fb1_0_228"/>
            <p:cNvGrpSpPr/>
            <p:nvPr/>
          </p:nvGrpSpPr>
          <p:grpSpPr>
            <a:xfrm flipH="1">
              <a:off x="8212963" y="4702315"/>
              <a:ext cx="965258" cy="273510"/>
              <a:chOff x="-6675" y="2881558"/>
              <a:chExt cx="9140700" cy="2059567"/>
            </a:xfrm>
          </p:grpSpPr>
          <p:cxnSp>
            <p:nvCxnSpPr>
              <p:cNvPr id="98" name="Google Shape;98;g3e0edb04fb1_0_22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9" name="Google Shape;99;g3e0edb04fb1_0_22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0" name="Google Shape;100;g3e0edb04fb1_0_22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1" name="Google Shape;101;g3e0edb04fb1_0_22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2" name="Google Shape;102;g3e0edb04fb1_0_22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03" name="Google Shape;103;g3e0edb04fb1_0_228"/>
          <p:cNvGrpSpPr/>
          <p:nvPr/>
        </p:nvGrpSpPr>
        <p:grpSpPr>
          <a:xfrm>
            <a:off x="342875" y="2524661"/>
            <a:ext cx="8713622" cy="1947138"/>
            <a:chOff x="342875" y="2524661"/>
            <a:chExt cx="8713622" cy="1947138"/>
          </a:xfrm>
        </p:grpSpPr>
        <p:sp>
          <p:nvSpPr>
            <p:cNvPr id="104" name="Google Shape;104;g3e0edb04fb1_0_228"/>
            <p:cNvSpPr/>
            <p:nvPr/>
          </p:nvSpPr>
          <p:spPr>
            <a:xfrm rot="5400000">
              <a:off x="8816029" y="423133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g3e0edb04fb1_0_228"/>
            <p:cNvSpPr/>
            <p:nvPr/>
          </p:nvSpPr>
          <p:spPr>
            <a:xfrm rot="10800000">
              <a:off x="342875" y="25246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g3e0edb04fb1_0_22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g3e0edb04fb1_0_2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09" name="Google Shape;109;g3e0edb04fb1_0_256"/>
          <p:cNvGrpSpPr/>
          <p:nvPr/>
        </p:nvGrpSpPr>
        <p:grpSpPr>
          <a:xfrm>
            <a:off x="713236" y="-1192757"/>
            <a:ext cx="8217269" cy="9624966"/>
            <a:chOff x="713236" y="-1192757"/>
            <a:chExt cx="8217269" cy="9624966"/>
          </a:xfrm>
        </p:grpSpPr>
        <p:grpSp>
          <p:nvGrpSpPr>
            <p:cNvPr id="110" name="Google Shape;110;g3e0edb04fb1_0_256"/>
            <p:cNvGrpSpPr/>
            <p:nvPr/>
          </p:nvGrpSpPr>
          <p:grpSpPr>
            <a:xfrm rot="5400000" flipH="1">
              <a:off x="-917001" y="6234248"/>
              <a:ext cx="3828199" cy="567724"/>
              <a:chOff x="-1181972" y="3591337"/>
              <a:chExt cx="3497989" cy="518706"/>
            </a:xfrm>
          </p:grpSpPr>
          <p:cxnSp>
            <p:nvCxnSpPr>
              <p:cNvPr id="111" name="Google Shape;111;g3e0edb04fb1_0_256"/>
              <p:cNvCxnSpPr/>
              <p:nvPr/>
            </p:nvCxnSpPr>
            <p:spPr>
              <a:xfrm>
                <a:off x="308728" y="2619343"/>
                <a:ext cx="0" cy="2981400"/>
              </a:xfrm>
              <a:prstGeom prst="straightConnector1">
                <a:avLst/>
              </a:prstGeom>
              <a:noFill/>
              <a:ln w="9525" cap="flat" cmpd="sng">
                <a:solidFill>
                  <a:schemeClr val="accent1"/>
                </a:solidFill>
                <a:prstDash val="solid"/>
                <a:round/>
                <a:headEnd type="none" w="med" len="med"/>
                <a:tailEnd type="none" w="med" len="med"/>
              </a:ln>
            </p:spPr>
          </p:cxnSp>
          <p:cxnSp>
            <p:nvCxnSpPr>
              <p:cNvPr id="112" name="Google Shape;112;g3e0edb04fb1_0_256"/>
              <p:cNvCxnSpPr/>
              <p:nvPr/>
            </p:nvCxnSpPr>
            <p:spPr>
              <a:xfrm rot="-5400000">
                <a:off x="1795201" y="3757993"/>
                <a:ext cx="357300" cy="346800"/>
              </a:xfrm>
              <a:prstGeom prst="straightConnector1">
                <a:avLst/>
              </a:prstGeom>
              <a:noFill/>
              <a:ln w="9525" cap="flat" cmpd="sng">
                <a:solidFill>
                  <a:schemeClr val="accent1"/>
                </a:solidFill>
                <a:prstDash val="solid"/>
                <a:round/>
                <a:headEnd type="none" w="med" len="med"/>
                <a:tailEnd type="none" w="med" len="med"/>
              </a:ln>
            </p:spPr>
          </p:cxnSp>
          <p:sp>
            <p:nvSpPr>
              <p:cNvPr id="113" name="Google Shape;113;g3e0edb04fb1_0_256"/>
              <p:cNvSpPr/>
              <p:nvPr/>
            </p:nvSpPr>
            <p:spPr>
              <a:xfrm>
                <a:off x="2122592" y="3591337"/>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 name="Google Shape;114;g3e0edb04fb1_0_256"/>
            <p:cNvGrpSpPr/>
            <p:nvPr/>
          </p:nvGrpSpPr>
          <p:grpSpPr>
            <a:xfrm>
              <a:off x="6549025" y="-95200"/>
              <a:ext cx="2381480" cy="750487"/>
              <a:chOff x="6549025" y="-95200"/>
              <a:chExt cx="2381480" cy="750487"/>
            </a:xfrm>
          </p:grpSpPr>
          <p:grpSp>
            <p:nvGrpSpPr>
              <p:cNvPr id="115" name="Google Shape;115;g3e0edb04fb1_0_256"/>
              <p:cNvGrpSpPr/>
              <p:nvPr/>
            </p:nvGrpSpPr>
            <p:grpSpPr>
              <a:xfrm rot="-5400000">
                <a:off x="8505189" y="229971"/>
                <a:ext cx="493321" cy="357312"/>
                <a:chOff x="1722354" y="229144"/>
                <a:chExt cx="1748744" cy="1266614"/>
              </a:xfrm>
            </p:grpSpPr>
            <p:sp>
              <p:nvSpPr>
                <p:cNvPr id="116" name="Google Shape;116;g3e0edb04fb1_0_256"/>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g3e0edb04fb1_0_256"/>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 name="Google Shape;118;g3e0edb04fb1_0_256"/>
              <p:cNvSpPr/>
              <p:nvPr/>
            </p:nvSpPr>
            <p:spPr>
              <a:xfrm>
                <a:off x="6549025" y="-95200"/>
                <a:ext cx="2381475" cy="429625"/>
              </a:xfrm>
              <a:custGeom>
                <a:avLst/>
                <a:gdLst/>
                <a:ahLst/>
                <a:cxnLst/>
                <a:rect l="l" t="t" r="r" b="b"/>
                <a:pathLst>
                  <a:path w="95259" h="17185" extrusionOk="0">
                    <a:moveTo>
                      <a:pt x="0" y="2455"/>
                    </a:moveTo>
                    <a:lnTo>
                      <a:pt x="14731" y="17185"/>
                    </a:lnTo>
                    <a:lnTo>
                      <a:pt x="65552" y="17185"/>
                    </a:lnTo>
                    <a:lnTo>
                      <a:pt x="72303" y="10434"/>
                    </a:lnTo>
                    <a:lnTo>
                      <a:pt x="95259" y="10434"/>
                    </a:lnTo>
                    <a:lnTo>
                      <a:pt x="95259" y="0"/>
                    </a:lnTo>
                  </a:path>
                </a:pathLst>
              </a:custGeom>
              <a:noFill/>
              <a:ln w="9525" cap="flat" cmpd="sng">
                <a:solidFill>
                  <a:schemeClr val="accent1"/>
                </a:solidFill>
                <a:prstDash val="solid"/>
                <a:round/>
                <a:headEnd type="none" w="med" len="med"/>
                <a:tailEnd type="none" w="med" len="med"/>
              </a:ln>
            </p:spPr>
          </p:sp>
        </p:grpSp>
        <p:grpSp>
          <p:nvGrpSpPr>
            <p:cNvPr id="119" name="Google Shape;119;g3e0edb04fb1_0_256"/>
            <p:cNvGrpSpPr/>
            <p:nvPr/>
          </p:nvGrpSpPr>
          <p:grpSpPr>
            <a:xfrm rot="5400000">
              <a:off x="6896426" y="-564435"/>
              <a:ext cx="1530153" cy="273510"/>
              <a:chOff x="-6675" y="2881558"/>
              <a:chExt cx="9140700" cy="2059567"/>
            </a:xfrm>
          </p:grpSpPr>
          <p:cxnSp>
            <p:nvCxnSpPr>
              <p:cNvPr id="120" name="Google Shape;120;g3e0edb04fb1_0_256"/>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1" name="Google Shape;121;g3e0edb04fb1_0_256"/>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2" name="Google Shape;122;g3e0edb04fb1_0_256"/>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3" name="Google Shape;123;g3e0edb04fb1_0_256"/>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4" name="Google Shape;124;g3e0edb04fb1_0_256"/>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25" name="Google Shape;125;g3e0edb04fb1_0_256"/>
          <p:cNvGrpSpPr/>
          <p:nvPr/>
        </p:nvGrpSpPr>
        <p:grpSpPr>
          <a:xfrm>
            <a:off x="302564" y="1262596"/>
            <a:ext cx="9110252" cy="3563617"/>
            <a:chOff x="302564" y="1262596"/>
            <a:chExt cx="9110252" cy="3563617"/>
          </a:xfrm>
        </p:grpSpPr>
        <p:grpSp>
          <p:nvGrpSpPr>
            <p:cNvPr id="126" name="Google Shape;126;g3e0edb04fb1_0_256"/>
            <p:cNvGrpSpPr/>
            <p:nvPr/>
          </p:nvGrpSpPr>
          <p:grpSpPr>
            <a:xfrm rot="5400000">
              <a:off x="-153827" y="4122544"/>
              <a:ext cx="1160062" cy="247278"/>
              <a:chOff x="8000023" y="2164544"/>
              <a:chExt cx="1160062" cy="247278"/>
            </a:xfrm>
          </p:grpSpPr>
          <p:sp>
            <p:nvSpPr>
              <p:cNvPr id="127" name="Google Shape;127;g3e0edb04fb1_0_256"/>
              <p:cNvSpPr/>
              <p:nvPr/>
            </p:nvSpPr>
            <p:spPr>
              <a:xfrm rot="5400000">
                <a:off x="8215962" y="19486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g3e0edb04fb1_0_256"/>
              <p:cNvSpPr/>
              <p:nvPr/>
            </p:nvSpPr>
            <p:spPr>
              <a:xfrm rot="-5400000">
                <a:off x="8708783" y="19605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g3e0edb04fb1_0_256"/>
            <p:cNvGrpSpPr/>
            <p:nvPr/>
          </p:nvGrpSpPr>
          <p:grpSpPr>
            <a:xfrm>
              <a:off x="8578108" y="1262596"/>
              <a:ext cx="834709" cy="226938"/>
              <a:chOff x="8541258" y="2281496"/>
              <a:chExt cx="834709" cy="226938"/>
            </a:xfrm>
          </p:grpSpPr>
          <p:sp>
            <p:nvSpPr>
              <p:cNvPr id="130" name="Google Shape;130;g3e0edb04fb1_0_256"/>
              <p:cNvSpPr/>
              <p:nvPr/>
            </p:nvSpPr>
            <p:spPr>
              <a:xfrm rot="5400000">
                <a:off x="9116912" y="2249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g3e0edb04fb1_0_256"/>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 name="Google Shape;132;g3e0edb04fb1_0_256"/>
          <p:cNvGrpSpPr/>
          <p:nvPr/>
        </p:nvGrpSpPr>
        <p:grpSpPr>
          <a:xfrm>
            <a:off x="597187" y="977673"/>
            <a:ext cx="8723593" cy="3964768"/>
            <a:chOff x="597187" y="977673"/>
            <a:chExt cx="8723593" cy="3964768"/>
          </a:xfrm>
        </p:grpSpPr>
        <p:sp>
          <p:nvSpPr>
            <p:cNvPr id="133" name="Google Shape;133;g3e0edb04fb1_0_256"/>
            <p:cNvSpPr/>
            <p:nvPr/>
          </p:nvSpPr>
          <p:spPr>
            <a:xfrm rot="5400000">
              <a:off x="9080312" y="7772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g3e0edb04fb1_0_256"/>
            <p:cNvSpPr/>
            <p:nvPr/>
          </p:nvSpPr>
          <p:spPr>
            <a:xfrm rot="10800000">
              <a:off x="597187" y="45015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g3e0edb04fb1_0_256"/>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g3e0edb04fb1_0_285"/>
          <p:cNvSpPr txBox="1">
            <a:spLocks noGrp="1"/>
          </p:cNvSpPr>
          <p:nvPr>
            <p:ph type="title"/>
          </p:nvPr>
        </p:nvSpPr>
        <p:spPr>
          <a:xfrm>
            <a:off x="1782650" y="711700"/>
            <a:ext cx="2893200" cy="904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g3e0edb04fb1_0_285"/>
          <p:cNvSpPr txBox="1">
            <a:spLocks noGrp="1"/>
          </p:cNvSpPr>
          <p:nvPr>
            <p:ph type="subTitle" idx="1"/>
          </p:nvPr>
        </p:nvSpPr>
        <p:spPr>
          <a:xfrm>
            <a:off x="1782650" y="1616297"/>
            <a:ext cx="2893200" cy="281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g3e0edb04fb1_0_285"/>
          <p:cNvSpPr>
            <a:spLocks noGrp="1"/>
          </p:cNvSpPr>
          <p:nvPr>
            <p:ph type="pic" idx="2"/>
          </p:nvPr>
        </p:nvSpPr>
        <p:spPr>
          <a:xfrm>
            <a:off x="4752038" y="824113"/>
            <a:ext cx="2787000" cy="3558300"/>
          </a:xfrm>
          <a:prstGeom prst="rect">
            <a:avLst/>
          </a:prstGeom>
          <a:noFill/>
          <a:ln>
            <a:noFill/>
          </a:ln>
        </p:spPr>
      </p:sp>
      <p:grpSp>
        <p:nvGrpSpPr>
          <p:cNvPr id="140" name="Google Shape;140;g3e0edb04fb1_0_285"/>
          <p:cNvGrpSpPr/>
          <p:nvPr/>
        </p:nvGrpSpPr>
        <p:grpSpPr>
          <a:xfrm>
            <a:off x="260189" y="195827"/>
            <a:ext cx="7049955" cy="4729917"/>
            <a:chOff x="260189" y="195827"/>
            <a:chExt cx="7049955" cy="4729917"/>
          </a:xfrm>
        </p:grpSpPr>
        <p:grpSp>
          <p:nvGrpSpPr>
            <p:cNvPr id="141" name="Google Shape;141;g3e0edb04fb1_0_285"/>
            <p:cNvGrpSpPr/>
            <p:nvPr/>
          </p:nvGrpSpPr>
          <p:grpSpPr>
            <a:xfrm rot="-5400000">
              <a:off x="6786639" y="4402239"/>
              <a:ext cx="177741" cy="869269"/>
              <a:chOff x="8535452" y="1548052"/>
              <a:chExt cx="177741" cy="869269"/>
            </a:xfrm>
          </p:grpSpPr>
          <p:sp>
            <p:nvSpPr>
              <p:cNvPr id="142" name="Google Shape;142;g3e0edb04fb1_0_285"/>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g3e0edb04fb1_0_285"/>
              <p:cNvSpPr/>
              <p:nvPr/>
            </p:nvSpPr>
            <p:spPr>
              <a:xfrm rot="10800000">
                <a:off x="8535452"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g3e0edb04fb1_0_285"/>
            <p:cNvGrpSpPr/>
            <p:nvPr/>
          </p:nvGrpSpPr>
          <p:grpSpPr>
            <a:xfrm rot="10800000">
              <a:off x="260189" y="195827"/>
              <a:ext cx="177741" cy="687344"/>
              <a:chOff x="8535452" y="1335702"/>
              <a:chExt cx="177741" cy="687344"/>
            </a:xfrm>
          </p:grpSpPr>
          <p:sp>
            <p:nvSpPr>
              <p:cNvPr id="145" name="Google Shape;145;g3e0edb04fb1_0_285"/>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g3e0edb04fb1_0_285"/>
              <p:cNvSpPr/>
              <p:nvPr/>
            </p:nvSpPr>
            <p:spPr>
              <a:xfrm rot="10800000">
                <a:off x="8535452" y="13357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 name="Google Shape;147;g3e0edb04fb1_0_285"/>
          <p:cNvGrpSpPr/>
          <p:nvPr/>
        </p:nvGrpSpPr>
        <p:grpSpPr>
          <a:xfrm>
            <a:off x="-867949" y="-315450"/>
            <a:ext cx="10098949" cy="5241212"/>
            <a:chOff x="-867949" y="-315450"/>
            <a:chExt cx="10098949" cy="5241212"/>
          </a:xfrm>
        </p:grpSpPr>
        <p:sp>
          <p:nvSpPr>
            <p:cNvPr id="148" name="Google Shape;148;g3e0edb04fb1_0_285"/>
            <p:cNvSpPr/>
            <p:nvPr/>
          </p:nvSpPr>
          <p:spPr>
            <a:xfrm>
              <a:off x="6756300" y="4613375"/>
              <a:ext cx="2474700" cy="312375"/>
            </a:xfrm>
            <a:custGeom>
              <a:avLst/>
              <a:gdLst/>
              <a:ahLst/>
              <a:cxnLst/>
              <a:rect l="l" t="t" r="r" b="b"/>
              <a:pathLst>
                <a:path w="98988" h="12495" extrusionOk="0">
                  <a:moveTo>
                    <a:pt x="0" y="0"/>
                  </a:moveTo>
                  <a:lnTo>
                    <a:pt x="37363" y="0"/>
                  </a:lnTo>
                  <a:lnTo>
                    <a:pt x="49858" y="12495"/>
                  </a:lnTo>
                  <a:lnTo>
                    <a:pt x="98988" y="12495"/>
                  </a:lnTo>
                </a:path>
              </a:pathLst>
            </a:custGeom>
            <a:noFill/>
            <a:ln w="9525" cap="flat" cmpd="sng">
              <a:solidFill>
                <a:schemeClr val="accent1"/>
              </a:solidFill>
              <a:prstDash val="solid"/>
              <a:round/>
              <a:headEnd type="none" w="med" len="med"/>
              <a:tailEnd type="none" w="med" len="med"/>
            </a:ln>
          </p:spPr>
        </p:sp>
        <p:grpSp>
          <p:nvGrpSpPr>
            <p:cNvPr id="149" name="Google Shape;149;g3e0edb04fb1_0_285"/>
            <p:cNvGrpSpPr/>
            <p:nvPr/>
          </p:nvGrpSpPr>
          <p:grpSpPr>
            <a:xfrm rot="-5400000" flipH="1">
              <a:off x="8430782" y="4500446"/>
              <a:ext cx="493321" cy="357312"/>
              <a:chOff x="1722354" y="229144"/>
              <a:chExt cx="1748744" cy="1266614"/>
            </a:xfrm>
          </p:grpSpPr>
          <p:sp>
            <p:nvSpPr>
              <p:cNvPr id="150" name="Google Shape;150;g3e0edb04fb1_0_285"/>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g3e0edb04fb1_0_285"/>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 name="Google Shape;152;g3e0edb04fb1_0_285"/>
            <p:cNvSpPr/>
            <p:nvPr/>
          </p:nvSpPr>
          <p:spPr>
            <a:xfrm>
              <a:off x="-174975" y="-315450"/>
              <a:ext cx="1914059" cy="4400511"/>
            </a:xfrm>
            <a:custGeom>
              <a:avLst/>
              <a:gdLst/>
              <a:ahLst/>
              <a:cxnLst/>
              <a:rect l="l" t="t" r="r" b="b"/>
              <a:pathLst>
                <a:path w="55192" h="126889" extrusionOk="0">
                  <a:moveTo>
                    <a:pt x="0" y="126889"/>
                  </a:moveTo>
                  <a:lnTo>
                    <a:pt x="24140" y="102749"/>
                  </a:lnTo>
                  <a:lnTo>
                    <a:pt x="24140" y="42943"/>
                  </a:lnTo>
                  <a:lnTo>
                    <a:pt x="55192" y="25015"/>
                  </a:lnTo>
                  <a:lnTo>
                    <a:pt x="55192" y="0"/>
                  </a:lnTo>
                </a:path>
              </a:pathLst>
            </a:custGeom>
            <a:noFill/>
            <a:ln w="9525" cap="flat" cmpd="sng">
              <a:solidFill>
                <a:schemeClr val="accent1"/>
              </a:solidFill>
              <a:prstDash val="solid"/>
              <a:round/>
              <a:headEnd type="none" w="med" len="med"/>
              <a:tailEnd type="none" w="med" len="med"/>
            </a:ln>
          </p:spPr>
        </p:sp>
        <p:grpSp>
          <p:nvGrpSpPr>
            <p:cNvPr id="153" name="Google Shape;153;g3e0edb04fb1_0_285"/>
            <p:cNvGrpSpPr/>
            <p:nvPr/>
          </p:nvGrpSpPr>
          <p:grpSpPr>
            <a:xfrm rot="10800000">
              <a:off x="662657" y="2962921"/>
              <a:ext cx="493321" cy="357312"/>
              <a:chOff x="1722354" y="229144"/>
              <a:chExt cx="1748744" cy="1266614"/>
            </a:xfrm>
          </p:grpSpPr>
          <p:sp>
            <p:nvSpPr>
              <p:cNvPr id="154" name="Google Shape;154;g3e0edb04fb1_0_285"/>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g3e0edb04fb1_0_285"/>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g3e0edb04fb1_0_285"/>
            <p:cNvGrpSpPr/>
            <p:nvPr/>
          </p:nvGrpSpPr>
          <p:grpSpPr>
            <a:xfrm>
              <a:off x="-867949" y="1748040"/>
              <a:ext cx="1530153" cy="273510"/>
              <a:chOff x="-6675" y="2881558"/>
              <a:chExt cx="9140700" cy="2059567"/>
            </a:xfrm>
          </p:grpSpPr>
          <p:cxnSp>
            <p:nvCxnSpPr>
              <p:cNvPr id="157" name="Google Shape;157;g3e0edb04fb1_0_285"/>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8" name="Google Shape;158;g3e0edb04fb1_0_285"/>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9" name="Google Shape;159;g3e0edb04fb1_0_285"/>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0" name="Google Shape;160;g3e0edb04fb1_0_285"/>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1" name="Google Shape;161;g3e0edb04fb1_0_285"/>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62" name="Google Shape;162;g3e0edb04fb1_0_285"/>
          <p:cNvGrpSpPr/>
          <p:nvPr/>
        </p:nvGrpSpPr>
        <p:grpSpPr>
          <a:xfrm>
            <a:off x="609462" y="-114064"/>
            <a:ext cx="8313331" cy="4565380"/>
            <a:chOff x="609462" y="-114064"/>
            <a:chExt cx="8313331" cy="4565380"/>
          </a:xfrm>
        </p:grpSpPr>
        <p:sp>
          <p:nvSpPr>
            <p:cNvPr id="163" name="Google Shape;163;g3e0edb04fb1_0_285"/>
            <p:cNvSpPr/>
            <p:nvPr/>
          </p:nvSpPr>
          <p:spPr>
            <a:xfrm rot="10800000">
              <a:off x="8882737" y="40104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g3e0edb04fb1_0_285"/>
            <p:cNvSpPr/>
            <p:nvPr/>
          </p:nvSpPr>
          <p:spPr>
            <a:xfrm rot="10800000">
              <a:off x="609462" y="-1140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5"/>
        <p:cNvGrpSpPr/>
        <p:nvPr/>
      </p:nvGrpSpPr>
      <p:grpSpPr>
        <a:xfrm>
          <a:off x="0" y="0"/>
          <a:ext cx="0" cy="0"/>
          <a:chOff x="0" y="0"/>
          <a:chExt cx="0" cy="0"/>
        </a:xfrm>
      </p:grpSpPr>
      <p:sp>
        <p:nvSpPr>
          <p:cNvPr id="166" name="Google Shape;166;g3e0edb04fb1_0_314"/>
          <p:cNvSpPr txBox="1">
            <a:spLocks noGrp="1"/>
          </p:cNvSpPr>
          <p:nvPr>
            <p:ph type="title"/>
          </p:nvPr>
        </p:nvSpPr>
        <p:spPr>
          <a:xfrm>
            <a:off x="2317950" y="1307100"/>
            <a:ext cx="4508100" cy="18831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67" name="Google Shape;167;g3e0edb04fb1_0_314"/>
          <p:cNvGrpSpPr/>
          <p:nvPr/>
        </p:nvGrpSpPr>
        <p:grpSpPr>
          <a:xfrm rot="10800000">
            <a:off x="7395131" y="4086605"/>
            <a:ext cx="4791669" cy="923822"/>
            <a:chOff x="-78438" y="3775205"/>
            <a:chExt cx="4791669" cy="923822"/>
          </a:xfrm>
        </p:grpSpPr>
        <p:cxnSp>
          <p:nvCxnSpPr>
            <p:cNvPr id="168" name="Google Shape;168;g3e0edb04fb1_0_314"/>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69" name="Google Shape;169;g3e0edb04fb1_0_314"/>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170" name="Google Shape;170;g3e0edb04fb1_0_314"/>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g3e0edb04fb1_0_314"/>
          <p:cNvGrpSpPr/>
          <p:nvPr/>
        </p:nvGrpSpPr>
        <p:grpSpPr>
          <a:xfrm>
            <a:off x="527082" y="3400311"/>
            <a:ext cx="8344568" cy="1243755"/>
            <a:chOff x="527082" y="3400311"/>
            <a:chExt cx="8344568" cy="1243755"/>
          </a:xfrm>
        </p:grpSpPr>
        <p:sp>
          <p:nvSpPr>
            <p:cNvPr id="172" name="Google Shape;172;g3e0edb04fb1_0_314"/>
            <p:cNvSpPr/>
            <p:nvPr/>
          </p:nvSpPr>
          <p:spPr>
            <a:xfrm flipH="1">
              <a:off x="527082" y="34003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g3e0edb04fb1_0_314"/>
            <p:cNvSpPr/>
            <p:nvPr/>
          </p:nvSpPr>
          <p:spPr>
            <a:xfrm rot="5400000" flipH="1">
              <a:off x="8631182" y="440359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g3e0edb04fb1_0_314"/>
          <p:cNvGrpSpPr/>
          <p:nvPr/>
        </p:nvGrpSpPr>
        <p:grpSpPr>
          <a:xfrm>
            <a:off x="-3151463" y="-3408103"/>
            <a:ext cx="11831666" cy="9065208"/>
            <a:chOff x="-3151463" y="-3408103"/>
            <a:chExt cx="11831666" cy="9065208"/>
          </a:xfrm>
        </p:grpSpPr>
        <p:grpSp>
          <p:nvGrpSpPr>
            <p:cNvPr id="175" name="Google Shape;175;g3e0edb04fb1_0_314"/>
            <p:cNvGrpSpPr/>
            <p:nvPr/>
          </p:nvGrpSpPr>
          <p:grpSpPr>
            <a:xfrm rot="10800000" flipH="1">
              <a:off x="309699" y="2296620"/>
              <a:ext cx="681217" cy="3360485"/>
              <a:chOff x="1337800" y="-2525590"/>
              <a:chExt cx="1498167" cy="7390555"/>
            </a:xfrm>
          </p:grpSpPr>
          <p:cxnSp>
            <p:nvCxnSpPr>
              <p:cNvPr id="176" name="Google Shape;176;g3e0edb04fb1_0_314"/>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177" name="Google Shape;177;g3e0edb04fb1_0_314"/>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178" name="Google Shape;178;g3e0edb04fb1_0_314"/>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 name="Google Shape;179;g3e0edb04fb1_0_314"/>
            <p:cNvGrpSpPr/>
            <p:nvPr/>
          </p:nvGrpSpPr>
          <p:grpSpPr>
            <a:xfrm flipH="1">
              <a:off x="7998987" y="-1945430"/>
              <a:ext cx="681217" cy="3360485"/>
              <a:chOff x="1337800" y="-2525590"/>
              <a:chExt cx="1498167" cy="7390555"/>
            </a:xfrm>
          </p:grpSpPr>
          <p:cxnSp>
            <p:nvCxnSpPr>
              <p:cNvPr id="180" name="Google Shape;180;g3e0edb04fb1_0_314"/>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181" name="Google Shape;181;g3e0edb04fb1_0_314"/>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182" name="Google Shape;182;g3e0edb04fb1_0_314"/>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 name="Google Shape;183;g3e0edb04fb1_0_314"/>
            <p:cNvGrpSpPr/>
            <p:nvPr/>
          </p:nvGrpSpPr>
          <p:grpSpPr>
            <a:xfrm rot="-5400000" flipH="1">
              <a:off x="-12066" y="-1786200"/>
              <a:ext cx="3859204" cy="615399"/>
              <a:chOff x="-6675" y="307100"/>
              <a:chExt cx="9140700" cy="4634025"/>
            </a:xfrm>
          </p:grpSpPr>
          <p:cxnSp>
            <p:nvCxnSpPr>
              <p:cNvPr id="184" name="Google Shape;184;g3e0edb04fb1_0_314"/>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5" name="Google Shape;185;g3e0edb04fb1_0_314"/>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6" name="Google Shape;186;g3e0edb04fb1_0_314"/>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7" name="Google Shape;187;g3e0edb04fb1_0_314"/>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8" name="Google Shape;188;g3e0edb04fb1_0_314"/>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9" name="Google Shape;189;g3e0edb04fb1_0_31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0" name="Google Shape;190;g3e0edb04fb1_0_31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1" name="Google Shape;191;g3e0edb04fb1_0_31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2" name="Google Shape;192;g3e0edb04fb1_0_31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3" name="Google Shape;193;g3e0edb04fb1_0_31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194" name="Google Shape;194;g3e0edb04fb1_0_314"/>
            <p:cNvSpPr/>
            <p:nvPr/>
          </p:nvSpPr>
          <p:spPr>
            <a:xfrm flipH="1">
              <a:off x="-3151463" y="4511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195" name="Google Shape;195;g3e0edb04fb1_0_314"/>
          <p:cNvGrpSpPr/>
          <p:nvPr/>
        </p:nvGrpSpPr>
        <p:grpSpPr>
          <a:xfrm>
            <a:off x="547096" y="974375"/>
            <a:ext cx="9244448" cy="3848385"/>
            <a:chOff x="547096" y="974375"/>
            <a:chExt cx="9244448" cy="3848385"/>
          </a:xfrm>
        </p:grpSpPr>
        <p:grpSp>
          <p:nvGrpSpPr>
            <p:cNvPr id="196" name="Google Shape;196;g3e0edb04fb1_0_314"/>
            <p:cNvGrpSpPr/>
            <p:nvPr/>
          </p:nvGrpSpPr>
          <p:grpSpPr>
            <a:xfrm>
              <a:off x="547096" y="3571493"/>
              <a:ext cx="9010768" cy="1251268"/>
              <a:chOff x="547096" y="3571493"/>
              <a:chExt cx="9010768" cy="1251268"/>
            </a:xfrm>
          </p:grpSpPr>
          <p:grpSp>
            <p:nvGrpSpPr>
              <p:cNvPr id="197" name="Google Shape;197;g3e0edb04fb1_0_314"/>
              <p:cNvGrpSpPr/>
              <p:nvPr/>
            </p:nvGrpSpPr>
            <p:grpSpPr>
              <a:xfrm>
                <a:off x="547096" y="3613321"/>
                <a:ext cx="269696" cy="1209440"/>
                <a:chOff x="803996" y="3613321"/>
                <a:chExt cx="269696" cy="1209440"/>
              </a:xfrm>
            </p:grpSpPr>
            <p:sp>
              <p:nvSpPr>
                <p:cNvPr id="198" name="Google Shape;198;g3e0edb04fb1_0_314"/>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g3e0edb04fb1_0_314"/>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 name="Google Shape;200;g3e0edb04fb1_0_314"/>
              <p:cNvGrpSpPr/>
              <p:nvPr/>
            </p:nvGrpSpPr>
            <p:grpSpPr>
              <a:xfrm rot="5400000">
                <a:off x="8818296" y="3101621"/>
                <a:ext cx="269696" cy="1209440"/>
                <a:chOff x="803996" y="3613321"/>
                <a:chExt cx="269696" cy="1209440"/>
              </a:xfrm>
            </p:grpSpPr>
            <p:sp>
              <p:nvSpPr>
                <p:cNvPr id="201" name="Google Shape;201;g3e0edb04fb1_0_314"/>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g3e0edb04fb1_0_314"/>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3" name="Google Shape;203;g3e0edb04fb1_0_314"/>
            <p:cNvGrpSpPr/>
            <p:nvPr/>
          </p:nvGrpSpPr>
          <p:grpSpPr>
            <a:xfrm>
              <a:off x="8680200" y="974375"/>
              <a:ext cx="1111343" cy="1111343"/>
              <a:chOff x="8307725" y="278700"/>
              <a:chExt cx="1111343" cy="1111343"/>
            </a:xfrm>
          </p:grpSpPr>
          <p:sp>
            <p:nvSpPr>
              <p:cNvPr id="204" name="Google Shape;204;g3e0edb04fb1_0_314"/>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g3e0edb04fb1_0_314"/>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6"/>
        <p:cNvGrpSpPr/>
        <p:nvPr/>
      </p:nvGrpSpPr>
      <p:grpSpPr>
        <a:xfrm>
          <a:off x="0" y="0"/>
          <a:ext cx="0" cy="0"/>
          <a:chOff x="0" y="0"/>
          <a:chExt cx="0" cy="0"/>
        </a:xfrm>
      </p:grpSpPr>
      <p:sp>
        <p:nvSpPr>
          <p:cNvPr id="207" name="Google Shape;207;g3e0edb04fb1_0_355"/>
          <p:cNvSpPr txBox="1">
            <a:spLocks noGrp="1"/>
          </p:cNvSpPr>
          <p:nvPr>
            <p:ph type="title"/>
          </p:nvPr>
        </p:nvSpPr>
        <p:spPr>
          <a:xfrm>
            <a:off x="2135550" y="1857350"/>
            <a:ext cx="4872900" cy="124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000"/>
              <a:buNone/>
              <a:defRPr sz="7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08" name="Google Shape;208;g3e0edb04fb1_0_355"/>
          <p:cNvSpPr txBox="1">
            <a:spLocks noGrp="1"/>
          </p:cNvSpPr>
          <p:nvPr>
            <p:ph type="subTitle" idx="1"/>
          </p:nvPr>
        </p:nvSpPr>
        <p:spPr>
          <a:xfrm>
            <a:off x="2135550" y="310697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a:endParaRPr/>
          </a:p>
        </p:txBody>
      </p:sp>
      <p:sp>
        <p:nvSpPr>
          <p:cNvPr id="209" name="Google Shape;209;g3e0edb04fb1_0_355"/>
          <p:cNvSpPr/>
          <p:nvPr/>
        </p:nvSpPr>
        <p:spPr>
          <a:xfrm>
            <a:off x="9336712" y="7135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 name="Google Shape;210;g3e0edb04fb1_0_355"/>
          <p:cNvGrpSpPr/>
          <p:nvPr/>
        </p:nvGrpSpPr>
        <p:grpSpPr>
          <a:xfrm>
            <a:off x="-2757425" y="-2776080"/>
            <a:ext cx="12134200" cy="9442910"/>
            <a:chOff x="-2757425" y="-2776080"/>
            <a:chExt cx="12134200" cy="9442910"/>
          </a:xfrm>
        </p:grpSpPr>
        <p:grpSp>
          <p:nvGrpSpPr>
            <p:cNvPr id="211" name="Google Shape;211;g3e0edb04fb1_0_355"/>
            <p:cNvGrpSpPr/>
            <p:nvPr/>
          </p:nvGrpSpPr>
          <p:grpSpPr>
            <a:xfrm rot="-5400000" flipH="1">
              <a:off x="-1755963" y="657655"/>
              <a:ext cx="4791669" cy="923822"/>
              <a:chOff x="-78438" y="3775205"/>
              <a:chExt cx="4791669" cy="923822"/>
            </a:xfrm>
          </p:grpSpPr>
          <p:cxnSp>
            <p:nvCxnSpPr>
              <p:cNvPr id="212" name="Google Shape;212;g3e0edb04fb1_0_355"/>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g3e0edb04fb1_0_355"/>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214" name="Google Shape;214;g3e0edb04fb1_0_355"/>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g3e0edb04fb1_0_355"/>
            <p:cNvGrpSpPr/>
            <p:nvPr/>
          </p:nvGrpSpPr>
          <p:grpSpPr>
            <a:xfrm rot="10800000">
              <a:off x="8695559" y="3306345"/>
              <a:ext cx="681217" cy="3360485"/>
              <a:chOff x="1337800" y="-2525590"/>
              <a:chExt cx="1498167" cy="7390555"/>
            </a:xfrm>
          </p:grpSpPr>
          <p:cxnSp>
            <p:nvCxnSpPr>
              <p:cNvPr id="216" name="Google Shape;216;g3e0edb04fb1_0_355"/>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217" name="Google Shape;217;g3e0edb04fb1_0_355"/>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218" name="Google Shape;218;g3e0edb04fb1_0_355"/>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g3e0edb04fb1_0_355"/>
            <p:cNvGrpSpPr/>
            <p:nvPr/>
          </p:nvGrpSpPr>
          <p:grpSpPr>
            <a:xfrm>
              <a:off x="146409" y="-2776080"/>
              <a:ext cx="681217" cy="3360485"/>
              <a:chOff x="1337800" y="-2525590"/>
              <a:chExt cx="1498167" cy="7390555"/>
            </a:xfrm>
          </p:grpSpPr>
          <p:cxnSp>
            <p:nvCxnSpPr>
              <p:cNvPr id="220" name="Google Shape;220;g3e0edb04fb1_0_355"/>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21" name="Google Shape;221;g3e0edb04fb1_0_355"/>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22" name="Google Shape;222;g3e0edb04fb1_0_355"/>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g3e0edb04fb1_0_355"/>
            <p:cNvGrpSpPr/>
            <p:nvPr/>
          </p:nvGrpSpPr>
          <p:grpSpPr>
            <a:xfrm>
              <a:off x="-2757425" y="811862"/>
              <a:ext cx="3859204" cy="615399"/>
              <a:chOff x="-6675" y="307100"/>
              <a:chExt cx="9140700" cy="4634025"/>
            </a:xfrm>
          </p:grpSpPr>
          <p:cxnSp>
            <p:nvCxnSpPr>
              <p:cNvPr id="224" name="Google Shape;224;g3e0edb04fb1_0_355"/>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5" name="Google Shape;225;g3e0edb04fb1_0_355"/>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6" name="Google Shape;226;g3e0edb04fb1_0_355"/>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7" name="Google Shape;227;g3e0edb04fb1_0_355"/>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8" name="Google Shape;228;g3e0edb04fb1_0_355"/>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9" name="Google Shape;229;g3e0edb04fb1_0_355"/>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0" name="Google Shape;230;g3e0edb04fb1_0_355"/>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1" name="Google Shape;231;g3e0edb04fb1_0_355"/>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2" name="Google Shape;232;g3e0edb04fb1_0_355"/>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3" name="Google Shape;233;g3e0edb04fb1_0_355"/>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234" name="Google Shape;234;g3e0edb04fb1_0_355"/>
            <p:cNvSpPr/>
            <p:nvPr/>
          </p:nvSpPr>
          <p:spPr>
            <a:xfrm rot="5400000">
              <a:off x="5637675" y="29867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235" name="Google Shape;235;g3e0edb04fb1_0_355"/>
          <p:cNvGrpSpPr/>
          <p:nvPr/>
        </p:nvGrpSpPr>
        <p:grpSpPr>
          <a:xfrm>
            <a:off x="-157525" y="1684573"/>
            <a:ext cx="8689055" cy="440880"/>
            <a:chOff x="-157525" y="1684573"/>
            <a:chExt cx="8689055" cy="440880"/>
          </a:xfrm>
        </p:grpSpPr>
        <p:sp>
          <p:nvSpPr>
            <p:cNvPr id="236" name="Google Shape;236;g3e0edb04fb1_0_355"/>
            <p:cNvSpPr/>
            <p:nvPr/>
          </p:nvSpPr>
          <p:spPr>
            <a:xfrm>
              <a:off x="8491475" y="1684573"/>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g3e0edb04fb1_0_355"/>
            <p:cNvSpPr/>
            <p:nvPr/>
          </p:nvSpPr>
          <p:spPr>
            <a:xfrm rot="-5400000">
              <a:off x="42887" y="17249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g3e0edb04fb1_0_355"/>
          <p:cNvGrpSpPr/>
          <p:nvPr/>
        </p:nvGrpSpPr>
        <p:grpSpPr>
          <a:xfrm>
            <a:off x="-350826" y="649496"/>
            <a:ext cx="9280380" cy="5170923"/>
            <a:chOff x="-350826" y="649496"/>
            <a:chExt cx="9280380" cy="5170923"/>
          </a:xfrm>
        </p:grpSpPr>
        <p:grpSp>
          <p:nvGrpSpPr>
            <p:cNvPr id="239" name="Google Shape;239;g3e0edb04fb1_0_355"/>
            <p:cNvGrpSpPr/>
            <p:nvPr/>
          </p:nvGrpSpPr>
          <p:grpSpPr>
            <a:xfrm>
              <a:off x="-350826" y="649496"/>
              <a:ext cx="9280380" cy="1759405"/>
              <a:chOff x="-350826" y="649496"/>
              <a:chExt cx="9280380" cy="1759405"/>
            </a:xfrm>
          </p:grpSpPr>
          <p:sp>
            <p:nvSpPr>
              <p:cNvPr id="240" name="Google Shape;240;g3e0edb04fb1_0_355"/>
              <p:cNvSpPr/>
              <p:nvPr/>
            </p:nvSpPr>
            <p:spPr>
              <a:xfrm rot="10800000">
                <a:off x="8886438" y="12095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g3e0edb04fb1_0_355"/>
              <p:cNvSpPr/>
              <p:nvPr/>
            </p:nvSpPr>
            <p:spPr>
              <a:xfrm rot="10800000">
                <a:off x="8695083" y="6494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g3e0edb04fb1_0_355"/>
              <p:cNvSpPr/>
              <p:nvPr/>
            </p:nvSpPr>
            <p:spPr>
              <a:xfrm rot="5400000">
                <a:off x="425209" y="19584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g3e0edb04fb1_0_355"/>
              <p:cNvSpPr/>
              <p:nvPr/>
            </p:nvSpPr>
            <p:spPr>
              <a:xfrm rot="5400000">
                <a:off x="25375" y="1957600"/>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 name="Google Shape;244;g3e0edb04fb1_0_355"/>
            <p:cNvGrpSpPr/>
            <p:nvPr/>
          </p:nvGrpSpPr>
          <p:grpSpPr>
            <a:xfrm>
              <a:off x="7280000" y="4709075"/>
              <a:ext cx="1111343" cy="1111343"/>
              <a:chOff x="8307725" y="278700"/>
              <a:chExt cx="1111343" cy="1111343"/>
            </a:xfrm>
          </p:grpSpPr>
          <p:sp>
            <p:nvSpPr>
              <p:cNvPr id="245" name="Google Shape;245;g3e0edb04fb1_0_355"/>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g3e0edb04fb1_0_355"/>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7"/>
        <p:cNvGrpSpPr/>
        <p:nvPr/>
      </p:nvGrpSpPr>
      <p:grpSpPr>
        <a:xfrm>
          <a:off x="0" y="0"/>
          <a:ext cx="0" cy="0"/>
          <a:chOff x="0" y="0"/>
          <a:chExt cx="0" cy="0"/>
        </a:xfrm>
      </p:grpSpPr>
      <p:sp>
        <p:nvSpPr>
          <p:cNvPr id="248" name="Google Shape;248;g3e0edb04fb1_0_396"/>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49" name="Google Shape;249;g3e0edb04fb1_0_396"/>
          <p:cNvGrpSpPr/>
          <p:nvPr/>
        </p:nvGrpSpPr>
        <p:grpSpPr>
          <a:xfrm>
            <a:off x="-2466243" y="-2869459"/>
            <a:ext cx="11395878" cy="4597207"/>
            <a:chOff x="-2466243" y="-2869459"/>
            <a:chExt cx="11395878" cy="4597207"/>
          </a:xfrm>
        </p:grpSpPr>
        <p:grpSp>
          <p:nvGrpSpPr>
            <p:cNvPr id="250" name="Google Shape;250;g3e0edb04fb1_0_396"/>
            <p:cNvGrpSpPr/>
            <p:nvPr/>
          </p:nvGrpSpPr>
          <p:grpSpPr>
            <a:xfrm>
              <a:off x="-2466243" y="364624"/>
              <a:ext cx="4486819" cy="625122"/>
              <a:chOff x="-78438" y="4073905"/>
              <a:chExt cx="4486819" cy="625122"/>
            </a:xfrm>
          </p:grpSpPr>
          <p:cxnSp>
            <p:nvCxnSpPr>
              <p:cNvPr id="251" name="Google Shape;251;g3e0edb04fb1_0_396"/>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52" name="Google Shape;252;g3e0edb04fb1_0_396"/>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g3e0edb04fb1_0_396"/>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g3e0edb04fb1_0_396"/>
            <p:cNvGrpSpPr/>
            <p:nvPr/>
          </p:nvGrpSpPr>
          <p:grpSpPr>
            <a:xfrm rot="5400000" flipH="1">
              <a:off x="-1083007" y="-1247557"/>
              <a:ext cx="3859204" cy="615399"/>
              <a:chOff x="-6675" y="307100"/>
              <a:chExt cx="9140700" cy="4634025"/>
            </a:xfrm>
          </p:grpSpPr>
          <p:cxnSp>
            <p:nvCxnSpPr>
              <p:cNvPr id="255" name="Google Shape;255;g3e0edb04fb1_0_396"/>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6" name="Google Shape;256;g3e0edb04fb1_0_396"/>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7" name="Google Shape;257;g3e0edb04fb1_0_396"/>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8" name="Google Shape;258;g3e0edb04fb1_0_396"/>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9" name="Google Shape;259;g3e0edb04fb1_0_396"/>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0" name="Google Shape;260;g3e0edb04fb1_0_396"/>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1" name="Google Shape;261;g3e0edb04fb1_0_396"/>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2" name="Google Shape;262;g3e0edb04fb1_0_396"/>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3" name="Google Shape;263;g3e0edb04fb1_0_396"/>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4" name="Google Shape;264;g3e0edb04fb1_0_396"/>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265" name="Google Shape;265;g3e0edb04fb1_0_396"/>
            <p:cNvGrpSpPr/>
            <p:nvPr/>
          </p:nvGrpSpPr>
          <p:grpSpPr>
            <a:xfrm>
              <a:off x="8248398" y="-1632737"/>
              <a:ext cx="681237" cy="3360485"/>
              <a:chOff x="8248398" y="-1632737"/>
              <a:chExt cx="681237" cy="3360485"/>
            </a:xfrm>
          </p:grpSpPr>
          <p:grpSp>
            <p:nvGrpSpPr>
              <p:cNvPr id="266" name="Google Shape;266;g3e0edb04fb1_0_396"/>
              <p:cNvGrpSpPr/>
              <p:nvPr/>
            </p:nvGrpSpPr>
            <p:grpSpPr>
              <a:xfrm flipH="1">
                <a:off x="8248398" y="-1632737"/>
                <a:ext cx="681217" cy="3360485"/>
                <a:chOff x="1337800" y="-2525590"/>
                <a:chExt cx="1498167" cy="7390555"/>
              </a:xfrm>
            </p:grpSpPr>
            <p:cxnSp>
              <p:nvCxnSpPr>
                <p:cNvPr id="267" name="Google Shape;267;g3e0edb04fb1_0_396"/>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68" name="Google Shape;268;g3e0edb04fb1_0_396"/>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69" name="Google Shape;269;g3e0edb04fb1_0_396"/>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g3e0edb04fb1_0_396"/>
              <p:cNvGrpSpPr/>
              <p:nvPr/>
            </p:nvGrpSpPr>
            <p:grpSpPr>
              <a:xfrm>
                <a:off x="8436314" y="360846"/>
                <a:ext cx="493321" cy="357312"/>
                <a:chOff x="1722354" y="229144"/>
                <a:chExt cx="1748744" cy="1266614"/>
              </a:xfrm>
            </p:grpSpPr>
            <p:sp>
              <p:nvSpPr>
                <p:cNvPr id="271" name="Google Shape;271;g3e0edb04fb1_0_396"/>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g3e0edb04fb1_0_396"/>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73" name="Google Shape;273;g3e0edb04fb1_0_396"/>
          <p:cNvGrpSpPr/>
          <p:nvPr/>
        </p:nvGrpSpPr>
        <p:grpSpPr>
          <a:xfrm>
            <a:off x="-150883" y="1137478"/>
            <a:ext cx="9080518" cy="813868"/>
            <a:chOff x="-150883" y="1137478"/>
            <a:chExt cx="9080518" cy="813868"/>
          </a:xfrm>
        </p:grpSpPr>
        <p:sp>
          <p:nvSpPr>
            <p:cNvPr id="274" name="Google Shape;274;g3e0edb04fb1_0_396"/>
            <p:cNvSpPr/>
            <p:nvPr/>
          </p:nvSpPr>
          <p:spPr>
            <a:xfrm rot="5400000" flipH="1">
              <a:off x="49529" y="9370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g3e0edb04fb1_0_396"/>
            <p:cNvSpPr/>
            <p:nvPr/>
          </p:nvSpPr>
          <p:spPr>
            <a:xfrm flipH="1">
              <a:off x="8889579" y="15104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g3e0edb04fb1_0_396"/>
          <p:cNvGrpSpPr/>
          <p:nvPr/>
        </p:nvGrpSpPr>
        <p:grpSpPr>
          <a:xfrm>
            <a:off x="-201760" y="1366772"/>
            <a:ext cx="9923304" cy="3117922"/>
            <a:chOff x="-201760" y="1366772"/>
            <a:chExt cx="9923304" cy="3117922"/>
          </a:xfrm>
        </p:grpSpPr>
        <p:grpSp>
          <p:nvGrpSpPr>
            <p:cNvPr id="277" name="Google Shape;277;g3e0edb04fb1_0_396"/>
            <p:cNvGrpSpPr/>
            <p:nvPr/>
          </p:nvGrpSpPr>
          <p:grpSpPr>
            <a:xfrm>
              <a:off x="8610200" y="3373350"/>
              <a:ext cx="1111343" cy="1111343"/>
              <a:chOff x="8307725" y="278700"/>
              <a:chExt cx="1111343" cy="1111343"/>
            </a:xfrm>
          </p:grpSpPr>
          <p:sp>
            <p:nvSpPr>
              <p:cNvPr id="278" name="Google Shape;278;g3e0edb04fb1_0_396"/>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g3e0edb04fb1_0_396"/>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g3e0edb04fb1_0_396"/>
            <p:cNvGrpSpPr/>
            <p:nvPr/>
          </p:nvGrpSpPr>
          <p:grpSpPr>
            <a:xfrm flipH="1">
              <a:off x="8674231" y="1727755"/>
              <a:ext cx="247278" cy="1160062"/>
              <a:chOff x="1463894" y="1434556"/>
              <a:chExt cx="247278" cy="1160062"/>
            </a:xfrm>
          </p:grpSpPr>
          <p:sp>
            <p:nvSpPr>
              <p:cNvPr id="281" name="Google Shape;281;g3e0edb04fb1_0_396"/>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g3e0edb04fb1_0_396"/>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g3e0edb04fb1_0_396"/>
            <p:cNvGrpSpPr/>
            <p:nvPr/>
          </p:nvGrpSpPr>
          <p:grpSpPr>
            <a:xfrm rot="5400000" flipH="1">
              <a:off x="254631" y="910380"/>
              <a:ext cx="247278" cy="1160062"/>
              <a:chOff x="1463894" y="1434556"/>
              <a:chExt cx="247278" cy="1160062"/>
            </a:xfrm>
          </p:grpSpPr>
          <p:sp>
            <p:nvSpPr>
              <p:cNvPr id="284" name="Google Shape;284;g3e0edb04fb1_0_396"/>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g3e0edb04fb1_0_396"/>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86"/>
        <p:cNvGrpSpPr/>
        <p:nvPr/>
      </p:nvGrpSpPr>
      <p:grpSpPr>
        <a:xfrm>
          <a:off x="0" y="0"/>
          <a:ext cx="0" cy="0"/>
          <a:chOff x="0" y="0"/>
          <a:chExt cx="0" cy="0"/>
        </a:xfrm>
      </p:grpSpPr>
      <p:sp>
        <p:nvSpPr>
          <p:cNvPr id="287" name="Google Shape;287;g3e0edb04fb1_0_435"/>
          <p:cNvSpPr txBox="1">
            <a:spLocks noGrp="1"/>
          </p:cNvSpPr>
          <p:nvPr>
            <p:ph type="title" hasCustomPrompt="1"/>
          </p:nvPr>
        </p:nvSpPr>
        <p:spPr>
          <a:xfrm>
            <a:off x="2405125" y="2040775"/>
            <a:ext cx="5307000" cy="998100"/>
          </a:xfrm>
          <a:prstGeom prst="rect">
            <a:avLst/>
          </a:prstGeom>
          <a:solidFill>
            <a:srgbClr val="FFFFFF">
              <a:alpha val="7500"/>
            </a:srgbClr>
          </a:solidFill>
        </p:spPr>
        <p:txBody>
          <a:bodyPr spcFirstLastPara="1" wrap="square" lIns="91425" tIns="91425" rIns="91425" bIns="91425" anchor="ctr" anchorCtr="0">
            <a:noAutofit/>
          </a:bodyPr>
          <a:lstStyle>
            <a:lvl1pPr lvl="0">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8" name="Google Shape;288;g3e0edb04fb1_0_435"/>
          <p:cNvSpPr txBox="1">
            <a:spLocks noGrp="1"/>
          </p:cNvSpPr>
          <p:nvPr>
            <p:ph type="subTitle" idx="1"/>
          </p:nvPr>
        </p:nvSpPr>
        <p:spPr>
          <a:xfrm>
            <a:off x="2405125" y="3038875"/>
            <a:ext cx="5307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289" name="Google Shape;289;g3e0edb04fb1_0_435"/>
          <p:cNvGrpSpPr/>
          <p:nvPr/>
        </p:nvGrpSpPr>
        <p:grpSpPr>
          <a:xfrm>
            <a:off x="320869" y="892488"/>
            <a:ext cx="5247943" cy="4005530"/>
            <a:chOff x="320869" y="892488"/>
            <a:chExt cx="5247943" cy="4005530"/>
          </a:xfrm>
        </p:grpSpPr>
        <p:sp>
          <p:nvSpPr>
            <p:cNvPr id="290" name="Google Shape;290;g3e0edb04fb1_0_435"/>
            <p:cNvSpPr/>
            <p:nvPr/>
          </p:nvSpPr>
          <p:spPr>
            <a:xfrm rot="10800000">
              <a:off x="320869" y="89248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g3e0edb04fb1_0_435"/>
            <p:cNvSpPr/>
            <p:nvPr/>
          </p:nvSpPr>
          <p:spPr>
            <a:xfrm rot="5400000">
              <a:off x="5328344" y="4657550"/>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292;g3e0edb04fb1_0_435"/>
          <p:cNvGrpSpPr/>
          <p:nvPr/>
        </p:nvGrpSpPr>
        <p:grpSpPr>
          <a:xfrm>
            <a:off x="1123153" y="-134519"/>
            <a:ext cx="5670106" cy="5849863"/>
            <a:chOff x="1123153" y="-134519"/>
            <a:chExt cx="5670106" cy="5849863"/>
          </a:xfrm>
        </p:grpSpPr>
        <p:grpSp>
          <p:nvGrpSpPr>
            <p:cNvPr id="293" name="Google Shape;293;g3e0edb04fb1_0_435"/>
            <p:cNvGrpSpPr/>
            <p:nvPr/>
          </p:nvGrpSpPr>
          <p:grpSpPr>
            <a:xfrm>
              <a:off x="1123153" y="-134519"/>
              <a:ext cx="5670106" cy="5032541"/>
              <a:chOff x="1123153" y="-134519"/>
              <a:chExt cx="5670106" cy="5032541"/>
            </a:xfrm>
          </p:grpSpPr>
          <p:sp>
            <p:nvSpPr>
              <p:cNvPr id="294" name="Google Shape;294;g3e0edb04fb1_0_435"/>
              <p:cNvSpPr/>
              <p:nvPr/>
            </p:nvSpPr>
            <p:spPr>
              <a:xfrm>
                <a:off x="1123153" y="-134519"/>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 name="Google Shape;295;g3e0edb04fb1_0_435"/>
              <p:cNvGrpSpPr/>
              <p:nvPr/>
            </p:nvGrpSpPr>
            <p:grpSpPr>
              <a:xfrm>
                <a:off x="5633198" y="4650744"/>
                <a:ext cx="1160062" cy="247278"/>
                <a:chOff x="8208698" y="2109319"/>
                <a:chExt cx="1160062" cy="247278"/>
              </a:xfrm>
            </p:grpSpPr>
            <p:sp>
              <p:nvSpPr>
                <p:cNvPr id="296" name="Google Shape;296;g3e0edb04fb1_0_435"/>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g3e0edb04fb1_0_435"/>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8" name="Google Shape;298;g3e0edb04fb1_0_435"/>
            <p:cNvGrpSpPr/>
            <p:nvPr/>
          </p:nvGrpSpPr>
          <p:grpSpPr>
            <a:xfrm>
              <a:off x="3220925" y="4604000"/>
              <a:ext cx="1111343" cy="1111343"/>
              <a:chOff x="8307725" y="278700"/>
              <a:chExt cx="1111343" cy="1111343"/>
            </a:xfrm>
          </p:grpSpPr>
          <p:sp>
            <p:nvSpPr>
              <p:cNvPr id="299" name="Google Shape;299;g3e0edb04fb1_0_435"/>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g3e0edb04fb1_0_435"/>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1" name="Google Shape;301;g3e0edb04fb1_0_435"/>
          <p:cNvGrpSpPr/>
          <p:nvPr/>
        </p:nvGrpSpPr>
        <p:grpSpPr>
          <a:xfrm>
            <a:off x="575287" y="-1805003"/>
            <a:ext cx="8258546" cy="9711728"/>
            <a:chOff x="575287" y="-1805003"/>
            <a:chExt cx="8258546" cy="9711728"/>
          </a:xfrm>
        </p:grpSpPr>
        <p:grpSp>
          <p:nvGrpSpPr>
            <p:cNvPr id="302" name="Google Shape;302;g3e0edb04fb1_0_435"/>
            <p:cNvGrpSpPr/>
            <p:nvPr/>
          </p:nvGrpSpPr>
          <p:grpSpPr>
            <a:xfrm>
              <a:off x="575287" y="-1805003"/>
              <a:ext cx="8258546" cy="9711728"/>
              <a:chOff x="575287" y="-1805003"/>
              <a:chExt cx="8258546" cy="9711728"/>
            </a:xfrm>
          </p:grpSpPr>
          <p:grpSp>
            <p:nvGrpSpPr>
              <p:cNvPr id="303" name="Google Shape;303;g3e0edb04fb1_0_435"/>
              <p:cNvGrpSpPr/>
              <p:nvPr/>
            </p:nvGrpSpPr>
            <p:grpSpPr>
              <a:xfrm>
                <a:off x="575287" y="-1805003"/>
                <a:ext cx="681217" cy="3360485"/>
                <a:chOff x="1121833" y="-3524490"/>
                <a:chExt cx="1498167" cy="7390555"/>
              </a:xfrm>
            </p:grpSpPr>
            <p:cxnSp>
              <p:nvCxnSpPr>
                <p:cNvPr id="304" name="Google Shape;304;g3e0edb04fb1_0_435"/>
                <p:cNvCxnSpPr/>
                <p:nvPr/>
              </p:nvCxnSpPr>
              <p:spPr>
                <a:xfrm rot="10800000">
                  <a:off x="1121833" y="-35244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305" name="Google Shape;305;g3e0edb04fb1_0_435"/>
                <p:cNvCxnSpPr/>
                <p:nvPr/>
              </p:nvCxnSpPr>
              <p:spPr>
                <a:xfrm>
                  <a:off x="1121833" y="23482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306" name="Google Shape;306;g3e0edb04fb1_0_435"/>
                <p:cNvSpPr/>
                <p:nvPr/>
              </p:nvSpPr>
              <p:spPr>
                <a:xfrm rot="5400000">
                  <a:off x="2196889" y="3442953"/>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g3e0edb04fb1_0_435"/>
              <p:cNvGrpSpPr/>
              <p:nvPr/>
            </p:nvGrpSpPr>
            <p:grpSpPr>
              <a:xfrm rot="5400000" flipH="1">
                <a:off x="6277862" y="5350755"/>
                <a:ext cx="4486819" cy="625122"/>
                <a:chOff x="-78438" y="4073905"/>
                <a:chExt cx="4486819" cy="625122"/>
              </a:xfrm>
            </p:grpSpPr>
            <p:cxnSp>
              <p:nvCxnSpPr>
                <p:cNvPr id="308" name="Google Shape;308;g3e0edb04fb1_0_435"/>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309" name="Google Shape;309;g3e0edb04fb1_0_435"/>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310" name="Google Shape;310;g3e0edb04fb1_0_435"/>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g3e0edb04fb1_0_435"/>
              <p:cNvGrpSpPr/>
              <p:nvPr/>
            </p:nvGrpSpPr>
            <p:grpSpPr>
              <a:xfrm rot="-5400000">
                <a:off x="8362764" y="67996"/>
                <a:ext cx="493321" cy="357312"/>
                <a:chOff x="1722354" y="229144"/>
                <a:chExt cx="1748744" cy="1266614"/>
              </a:xfrm>
            </p:grpSpPr>
            <p:sp>
              <p:nvSpPr>
                <p:cNvPr id="312" name="Google Shape;312;g3e0edb04fb1_0_435"/>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g3e0edb04fb1_0_435"/>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4" name="Google Shape;314;g3e0edb04fb1_0_435"/>
            <p:cNvGrpSpPr/>
            <p:nvPr/>
          </p:nvGrpSpPr>
          <p:grpSpPr>
            <a:xfrm rot="10800000">
              <a:off x="7090737" y="4224472"/>
              <a:ext cx="681217" cy="3360485"/>
              <a:chOff x="1337800" y="-2525590"/>
              <a:chExt cx="1498167" cy="7390555"/>
            </a:xfrm>
          </p:grpSpPr>
          <p:cxnSp>
            <p:nvCxnSpPr>
              <p:cNvPr id="315" name="Google Shape;315;g3e0edb04fb1_0_435"/>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316" name="Google Shape;316;g3e0edb04fb1_0_435"/>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317" name="Google Shape;317;g3e0edb04fb1_0_435"/>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31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19"/>
        <p:cNvGrpSpPr/>
        <p:nvPr/>
      </p:nvGrpSpPr>
      <p:grpSpPr>
        <a:xfrm>
          <a:off x="0" y="0"/>
          <a:ext cx="0" cy="0"/>
          <a:chOff x="0" y="0"/>
          <a:chExt cx="0" cy="0"/>
        </a:xfrm>
      </p:grpSpPr>
      <p:sp>
        <p:nvSpPr>
          <p:cNvPr id="320" name="Google Shape;320;g3e0edb04fb1_0_4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1" name="Google Shape;321;g3e0edb04fb1_0_468"/>
          <p:cNvSpPr txBox="1">
            <a:spLocks noGrp="1"/>
          </p:cNvSpPr>
          <p:nvPr>
            <p:ph type="title" idx="2" hasCustomPrompt="1"/>
          </p:nvPr>
        </p:nvSpPr>
        <p:spPr>
          <a:xfrm>
            <a:off x="3177356" y="1199529"/>
            <a:ext cx="734700" cy="4938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r>
              <a:t>xx%</a:t>
            </a:r>
          </a:p>
        </p:txBody>
      </p:sp>
      <p:sp>
        <p:nvSpPr>
          <p:cNvPr id="322" name="Google Shape;322;g3e0edb04fb1_0_468"/>
          <p:cNvSpPr txBox="1">
            <a:spLocks noGrp="1"/>
          </p:cNvSpPr>
          <p:nvPr>
            <p:ph type="title" idx="3" hasCustomPrompt="1"/>
          </p:nvPr>
        </p:nvSpPr>
        <p:spPr>
          <a:xfrm>
            <a:off x="3177356" y="2902621"/>
            <a:ext cx="734700" cy="4938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r>
              <a:t>xx%</a:t>
            </a:r>
          </a:p>
        </p:txBody>
      </p:sp>
      <p:sp>
        <p:nvSpPr>
          <p:cNvPr id="323" name="Google Shape;323;g3e0edb04fb1_0_468"/>
          <p:cNvSpPr txBox="1">
            <a:spLocks noGrp="1"/>
          </p:cNvSpPr>
          <p:nvPr>
            <p:ph type="title" idx="4" hasCustomPrompt="1"/>
          </p:nvPr>
        </p:nvSpPr>
        <p:spPr>
          <a:xfrm>
            <a:off x="3177356" y="1767226"/>
            <a:ext cx="734700" cy="4938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r>
              <a:t>xx%</a:t>
            </a:r>
          </a:p>
        </p:txBody>
      </p:sp>
      <p:sp>
        <p:nvSpPr>
          <p:cNvPr id="324" name="Google Shape;324;g3e0edb04fb1_0_468"/>
          <p:cNvSpPr txBox="1">
            <a:spLocks noGrp="1"/>
          </p:cNvSpPr>
          <p:nvPr>
            <p:ph type="title" idx="5" hasCustomPrompt="1"/>
          </p:nvPr>
        </p:nvSpPr>
        <p:spPr>
          <a:xfrm>
            <a:off x="3177356" y="3470319"/>
            <a:ext cx="734700" cy="4938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r>
              <a:t>xx%</a:t>
            </a:r>
          </a:p>
        </p:txBody>
      </p:sp>
      <p:sp>
        <p:nvSpPr>
          <p:cNvPr id="325" name="Google Shape;325;g3e0edb04fb1_0_468"/>
          <p:cNvSpPr txBox="1">
            <a:spLocks noGrp="1"/>
          </p:cNvSpPr>
          <p:nvPr>
            <p:ph type="title" idx="6" hasCustomPrompt="1"/>
          </p:nvPr>
        </p:nvSpPr>
        <p:spPr>
          <a:xfrm>
            <a:off x="3177356" y="2334924"/>
            <a:ext cx="734700" cy="4938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r>
              <a:t>xx%</a:t>
            </a:r>
          </a:p>
        </p:txBody>
      </p:sp>
      <p:sp>
        <p:nvSpPr>
          <p:cNvPr id="326" name="Google Shape;326;g3e0edb04fb1_0_468"/>
          <p:cNvSpPr txBox="1">
            <a:spLocks noGrp="1"/>
          </p:cNvSpPr>
          <p:nvPr>
            <p:ph type="title" idx="7" hasCustomPrompt="1"/>
          </p:nvPr>
        </p:nvSpPr>
        <p:spPr>
          <a:xfrm>
            <a:off x="3177356" y="4038016"/>
            <a:ext cx="734700" cy="4938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r>
              <a:t>xx%</a:t>
            </a:r>
          </a:p>
        </p:txBody>
      </p:sp>
      <p:sp>
        <p:nvSpPr>
          <p:cNvPr id="327" name="Google Shape;327;g3e0edb04fb1_0_468"/>
          <p:cNvSpPr txBox="1">
            <a:spLocks noGrp="1"/>
          </p:cNvSpPr>
          <p:nvPr>
            <p:ph type="subTitle" idx="1"/>
          </p:nvPr>
        </p:nvSpPr>
        <p:spPr>
          <a:xfrm>
            <a:off x="4010944" y="1201329"/>
            <a:ext cx="27177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328" name="Google Shape;328;g3e0edb04fb1_0_468"/>
          <p:cNvSpPr txBox="1">
            <a:spLocks noGrp="1"/>
          </p:cNvSpPr>
          <p:nvPr>
            <p:ph type="subTitle" idx="8"/>
          </p:nvPr>
        </p:nvSpPr>
        <p:spPr>
          <a:xfrm>
            <a:off x="4010944" y="1769028"/>
            <a:ext cx="27177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329" name="Google Shape;329;g3e0edb04fb1_0_468"/>
          <p:cNvSpPr txBox="1">
            <a:spLocks noGrp="1"/>
          </p:cNvSpPr>
          <p:nvPr>
            <p:ph type="subTitle" idx="9"/>
          </p:nvPr>
        </p:nvSpPr>
        <p:spPr>
          <a:xfrm>
            <a:off x="4010944" y="2336727"/>
            <a:ext cx="27177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330" name="Google Shape;330;g3e0edb04fb1_0_468"/>
          <p:cNvSpPr txBox="1">
            <a:spLocks noGrp="1"/>
          </p:cNvSpPr>
          <p:nvPr>
            <p:ph type="subTitle" idx="13"/>
          </p:nvPr>
        </p:nvSpPr>
        <p:spPr>
          <a:xfrm>
            <a:off x="4010941" y="2904427"/>
            <a:ext cx="27177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331" name="Google Shape;331;g3e0edb04fb1_0_468"/>
          <p:cNvSpPr txBox="1">
            <a:spLocks noGrp="1"/>
          </p:cNvSpPr>
          <p:nvPr>
            <p:ph type="subTitle" idx="14"/>
          </p:nvPr>
        </p:nvSpPr>
        <p:spPr>
          <a:xfrm>
            <a:off x="4010941" y="3472126"/>
            <a:ext cx="27177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332" name="Google Shape;332;g3e0edb04fb1_0_468"/>
          <p:cNvSpPr txBox="1">
            <a:spLocks noGrp="1"/>
          </p:cNvSpPr>
          <p:nvPr>
            <p:ph type="subTitle" idx="15"/>
          </p:nvPr>
        </p:nvSpPr>
        <p:spPr>
          <a:xfrm>
            <a:off x="4010941" y="4039825"/>
            <a:ext cx="27177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333" name="Google Shape;333;g3e0edb04fb1_0_468"/>
          <p:cNvGrpSpPr/>
          <p:nvPr/>
        </p:nvGrpSpPr>
        <p:grpSpPr>
          <a:xfrm>
            <a:off x="377427" y="204425"/>
            <a:ext cx="8916117" cy="4541546"/>
            <a:chOff x="377427" y="204425"/>
            <a:chExt cx="8916117" cy="4541546"/>
          </a:xfrm>
        </p:grpSpPr>
        <p:grpSp>
          <p:nvGrpSpPr>
            <p:cNvPr id="334" name="Google Shape;334;g3e0edb04fb1_0_468"/>
            <p:cNvGrpSpPr/>
            <p:nvPr/>
          </p:nvGrpSpPr>
          <p:grpSpPr>
            <a:xfrm>
              <a:off x="377427" y="3968227"/>
              <a:ext cx="200266" cy="777744"/>
              <a:chOff x="8153327" y="353177"/>
              <a:chExt cx="200266" cy="777744"/>
            </a:xfrm>
          </p:grpSpPr>
          <p:sp>
            <p:nvSpPr>
              <p:cNvPr id="335" name="Google Shape;335;g3e0edb04fb1_0_468"/>
              <p:cNvSpPr/>
              <p:nvPr/>
            </p:nvSpPr>
            <p:spPr>
              <a:xfrm rot="10800000">
                <a:off x="8153327" y="6559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g3e0edb04fb1_0_468"/>
              <p:cNvSpPr/>
              <p:nvPr/>
            </p:nvSpPr>
            <p:spPr>
              <a:xfrm rot="10800000">
                <a:off x="8310477" y="353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 name="Google Shape;337;g3e0edb04fb1_0_468"/>
            <p:cNvGrpSpPr/>
            <p:nvPr/>
          </p:nvGrpSpPr>
          <p:grpSpPr>
            <a:xfrm rot="-5400000">
              <a:off x="8807027" y="2115202"/>
              <a:ext cx="206891" cy="766144"/>
              <a:chOff x="8650702" y="1651177"/>
              <a:chExt cx="206891" cy="766144"/>
            </a:xfrm>
          </p:grpSpPr>
          <p:sp>
            <p:nvSpPr>
              <p:cNvPr id="338" name="Google Shape;338;g3e0edb04fb1_0_468"/>
              <p:cNvSpPr/>
              <p:nvPr/>
            </p:nvSpPr>
            <p:spPr>
              <a:xfrm rot="10800000">
                <a:off x="8650702" y="1651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g3e0edb04fb1_0_468"/>
              <p:cNvSpPr/>
              <p:nvPr/>
            </p:nvSpPr>
            <p:spPr>
              <a:xfrm rot="10800000">
                <a:off x="8814477"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g3e0edb04fb1_0_468"/>
            <p:cNvGrpSpPr/>
            <p:nvPr/>
          </p:nvGrpSpPr>
          <p:grpSpPr>
            <a:xfrm>
              <a:off x="7437187" y="204425"/>
              <a:ext cx="862215" cy="240599"/>
              <a:chOff x="6903462" y="1158900"/>
              <a:chExt cx="862215" cy="240599"/>
            </a:xfrm>
          </p:grpSpPr>
          <p:sp>
            <p:nvSpPr>
              <p:cNvPr id="341" name="Google Shape;341;g3e0edb04fb1_0_468"/>
              <p:cNvSpPr/>
              <p:nvPr/>
            </p:nvSpPr>
            <p:spPr>
              <a:xfrm flipH="1">
                <a:off x="6903462" y="1158900"/>
                <a:ext cx="240599" cy="240599"/>
              </a:xfrm>
              <a:custGeom>
                <a:avLst/>
                <a:gdLst/>
                <a:ahLst/>
                <a:cxnLst/>
                <a:rect l="l" t="t" r="r" b="b"/>
                <a:pathLst>
                  <a:path w="1784" h="1784" fill="none" extrusionOk="0">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w="597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g3e0edb04fb1_0_468"/>
              <p:cNvSpPr/>
              <p:nvPr/>
            </p:nvSpPr>
            <p:spPr>
              <a:xfrm rot="5400000" flipH="1">
                <a:off x="7506622" y="10417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3" name="Google Shape;343;g3e0edb04fb1_0_468"/>
          <p:cNvGrpSpPr/>
          <p:nvPr/>
        </p:nvGrpSpPr>
        <p:grpSpPr>
          <a:xfrm>
            <a:off x="-556748" y="-57000"/>
            <a:ext cx="10429656" cy="3378450"/>
            <a:chOff x="-556748" y="-57000"/>
            <a:chExt cx="10429656" cy="3378450"/>
          </a:xfrm>
        </p:grpSpPr>
        <p:grpSp>
          <p:nvGrpSpPr>
            <p:cNvPr id="344" name="Google Shape;344;g3e0edb04fb1_0_468"/>
            <p:cNvGrpSpPr/>
            <p:nvPr/>
          </p:nvGrpSpPr>
          <p:grpSpPr>
            <a:xfrm flipH="1">
              <a:off x="8221607" y="1714746"/>
              <a:ext cx="493321" cy="357312"/>
              <a:chOff x="1722354" y="229144"/>
              <a:chExt cx="1748744" cy="1266614"/>
            </a:xfrm>
          </p:grpSpPr>
          <p:sp>
            <p:nvSpPr>
              <p:cNvPr id="345" name="Google Shape;345;g3e0edb04fb1_0_46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g3e0edb04fb1_0_46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g3e0edb04fb1_0_468"/>
            <p:cNvSpPr/>
            <p:nvPr/>
          </p:nvSpPr>
          <p:spPr>
            <a:xfrm>
              <a:off x="8221600" y="-57000"/>
              <a:ext cx="1027600" cy="3378450"/>
            </a:xfrm>
            <a:custGeom>
              <a:avLst/>
              <a:gdLst/>
              <a:ahLst/>
              <a:cxnLst/>
              <a:rect l="l" t="t" r="r" b="b"/>
              <a:pathLst>
                <a:path w="41104" h="135138" extrusionOk="0">
                  <a:moveTo>
                    <a:pt x="41104" y="135138"/>
                  </a:moveTo>
                  <a:lnTo>
                    <a:pt x="0" y="111407"/>
                  </a:lnTo>
                  <a:lnTo>
                    <a:pt x="0" y="57500"/>
                  </a:lnTo>
                  <a:lnTo>
                    <a:pt x="12424" y="45076"/>
                  </a:lnTo>
                  <a:lnTo>
                    <a:pt x="12424" y="0"/>
                  </a:lnTo>
                </a:path>
              </a:pathLst>
            </a:custGeom>
            <a:noFill/>
            <a:ln w="9525" cap="flat" cmpd="sng">
              <a:solidFill>
                <a:schemeClr val="accent1"/>
              </a:solidFill>
              <a:prstDash val="solid"/>
              <a:round/>
              <a:headEnd type="none" w="med" len="med"/>
              <a:tailEnd type="none" w="med" len="med"/>
            </a:ln>
          </p:spPr>
        </p:sp>
        <p:grpSp>
          <p:nvGrpSpPr>
            <p:cNvPr id="348" name="Google Shape;348;g3e0edb04fb1_0_468"/>
            <p:cNvGrpSpPr/>
            <p:nvPr/>
          </p:nvGrpSpPr>
          <p:grpSpPr>
            <a:xfrm>
              <a:off x="8527396" y="539490"/>
              <a:ext cx="1345511" cy="273510"/>
              <a:chOff x="-6675" y="2881558"/>
              <a:chExt cx="9140700" cy="2059567"/>
            </a:xfrm>
          </p:grpSpPr>
          <p:cxnSp>
            <p:nvCxnSpPr>
              <p:cNvPr id="349" name="Google Shape;349;g3e0edb04fb1_0_46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0" name="Google Shape;350;g3e0edb04fb1_0_46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1" name="Google Shape;351;g3e0edb04fb1_0_46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2" name="Google Shape;352;g3e0edb04fb1_0_46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3" name="Google Shape;353;g3e0edb04fb1_0_46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354" name="Google Shape;354;g3e0edb04fb1_0_468"/>
            <p:cNvGrpSpPr/>
            <p:nvPr/>
          </p:nvGrpSpPr>
          <p:grpSpPr>
            <a:xfrm rot="10800000">
              <a:off x="-556748" y="2551975"/>
              <a:ext cx="1029243" cy="273510"/>
              <a:chOff x="-6675" y="2881558"/>
              <a:chExt cx="9140700" cy="2059567"/>
            </a:xfrm>
          </p:grpSpPr>
          <p:cxnSp>
            <p:nvCxnSpPr>
              <p:cNvPr id="355" name="Google Shape;355;g3e0edb04fb1_0_46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6" name="Google Shape;356;g3e0edb04fb1_0_46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7" name="Google Shape;357;g3e0edb04fb1_0_46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8" name="Google Shape;358;g3e0edb04fb1_0_46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9" name="Google Shape;359;g3e0edb04fb1_0_46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360" name="Google Shape;360;g3e0edb04fb1_0_468"/>
          <p:cNvGrpSpPr/>
          <p:nvPr/>
        </p:nvGrpSpPr>
        <p:grpSpPr>
          <a:xfrm>
            <a:off x="-160350" y="1017736"/>
            <a:ext cx="9034618" cy="1344543"/>
            <a:chOff x="-160350" y="1017736"/>
            <a:chExt cx="9034618" cy="1344543"/>
          </a:xfrm>
        </p:grpSpPr>
        <p:sp>
          <p:nvSpPr>
            <p:cNvPr id="361" name="Google Shape;361;g3e0edb04fb1_0_468"/>
            <p:cNvSpPr/>
            <p:nvPr/>
          </p:nvSpPr>
          <p:spPr>
            <a:xfrm rot="10800000">
              <a:off x="8834212" y="10177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g3e0edb04fb1_0_468"/>
            <p:cNvSpPr/>
            <p:nvPr/>
          </p:nvSpPr>
          <p:spPr>
            <a:xfrm rot="5400000">
              <a:off x="40062" y="21218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g3e0edb04fb1_0_46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12">
    <p:spTree>
      <p:nvGrpSpPr>
        <p:cNvPr id="1" name="Shape 364"/>
        <p:cNvGrpSpPr/>
        <p:nvPr/>
      </p:nvGrpSpPr>
      <p:grpSpPr>
        <a:xfrm>
          <a:off x="0" y="0"/>
          <a:ext cx="0" cy="0"/>
          <a:chOff x="0" y="0"/>
          <a:chExt cx="0" cy="0"/>
        </a:xfrm>
      </p:grpSpPr>
      <p:sp>
        <p:nvSpPr>
          <p:cNvPr id="365" name="Google Shape;365;g3e0edb04fb1_0_5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66" name="Google Shape;366;g3e0edb04fb1_0_513"/>
          <p:cNvSpPr txBox="1">
            <a:spLocks noGrp="1"/>
          </p:cNvSpPr>
          <p:nvPr>
            <p:ph type="subTitle" idx="1"/>
          </p:nvPr>
        </p:nvSpPr>
        <p:spPr>
          <a:xfrm>
            <a:off x="720000" y="1067776"/>
            <a:ext cx="7704000" cy="87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grpSp>
        <p:nvGrpSpPr>
          <p:cNvPr id="367" name="Google Shape;367;g3e0edb04fb1_0_513"/>
          <p:cNvGrpSpPr/>
          <p:nvPr/>
        </p:nvGrpSpPr>
        <p:grpSpPr>
          <a:xfrm>
            <a:off x="248963" y="1017730"/>
            <a:ext cx="8980467" cy="3860780"/>
            <a:chOff x="248963" y="1017730"/>
            <a:chExt cx="8980467" cy="3860780"/>
          </a:xfrm>
        </p:grpSpPr>
        <p:sp>
          <p:nvSpPr>
            <p:cNvPr id="368" name="Google Shape;368;g3e0edb04fb1_0_513"/>
            <p:cNvSpPr/>
            <p:nvPr/>
          </p:nvSpPr>
          <p:spPr>
            <a:xfrm>
              <a:off x="422688" y="131788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g3e0edb04fb1_0_513"/>
            <p:cNvSpPr/>
            <p:nvPr/>
          </p:nvSpPr>
          <p:spPr>
            <a:xfrm>
              <a:off x="248963" y="101773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0" name="Google Shape;370;g3e0edb04fb1_0_513"/>
            <p:cNvGrpSpPr/>
            <p:nvPr/>
          </p:nvGrpSpPr>
          <p:grpSpPr>
            <a:xfrm rot="-5400000">
              <a:off x="8742913" y="4391992"/>
              <a:ext cx="206891" cy="766144"/>
              <a:chOff x="8650702" y="3525402"/>
              <a:chExt cx="206891" cy="766144"/>
            </a:xfrm>
          </p:grpSpPr>
          <p:sp>
            <p:nvSpPr>
              <p:cNvPr id="371" name="Google Shape;371;g3e0edb04fb1_0_513"/>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g3e0edb04fb1_0_513"/>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3" name="Google Shape;373;g3e0edb04fb1_0_513"/>
          <p:cNvGrpSpPr/>
          <p:nvPr/>
        </p:nvGrpSpPr>
        <p:grpSpPr>
          <a:xfrm>
            <a:off x="250498" y="1721188"/>
            <a:ext cx="8259948" cy="2990484"/>
            <a:chOff x="250498" y="1721188"/>
            <a:chExt cx="8259948" cy="2990484"/>
          </a:xfrm>
        </p:grpSpPr>
        <p:sp>
          <p:nvSpPr>
            <p:cNvPr id="374" name="Google Shape;374;g3e0edb04fb1_0_513"/>
            <p:cNvSpPr/>
            <p:nvPr/>
          </p:nvSpPr>
          <p:spPr>
            <a:xfrm rot="10800000">
              <a:off x="250498" y="172118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g3e0edb04fb1_0_513"/>
            <p:cNvSpPr/>
            <p:nvPr/>
          </p:nvSpPr>
          <p:spPr>
            <a:xfrm rot="-5400000">
              <a:off x="8269979" y="4471205"/>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 name="Google Shape;376;g3e0edb04fb1_0_513"/>
          <p:cNvGrpSpPr/>
          <p:nvPr/>
        </p:nvGrpSpPr>
        <p:grpSpPr>
          <a:xfrm>
            <a:off x="-2218609" y="-174950"/>
            <a:ext cx="12004520" cy="8522877"/>
            <a:chOff x="-2218609" y="-174950"/>
            <a:chExt cx="12004520" cy="8522877"/>
          </a:xfrm>
        </p:grpSpPr>
        <p:sp>
          <p:nvSpPr>
            <p:cNvPr id="377" name="Google Shape;377;g3e0edb04fb1_0_513"/>
            <p:cNvSpPr/>
            <p:nvPr/>
          </p:nvSpPr>
          <p:spPr>
            <a:xfrm>
              <a:off x="-2218609" y="-174950"/>
              <a:ext cx="3801167" cy="569934"/>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378" name="Google Shape;378;g3e0edb04fb1_0_513"/>
            <p:cNvGrpSpPr/>
            <p:nvPr/>
          </p:nvGrpSpPr>
          <p:grpSpPr>
            <a:xfrm rot="-5400000" flipH="1">
              <a:off x="7449713" y="4739627"/>
              <a:ext cx="493321" cy="357312"/>
              <a:chOff x="1722354" y="229144"/>
              <a:chExt cx="1748744" cy="1266614"/>
            </a:xfrm>
          </p:grpSpPr>
          <p:sp>
            <p:nvSpPr>
              <p:cNvPr id="379" name="Google Shape;379;g3e0edb04fb1_0_513"/>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g3e0edb04fb1_0_513"/>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1" name="Google Shape;381;g3e0edb04fb1_0_513"/>
            <p:cNvSpPr/>
            <p:nvPr/>
          </p:nvSpPr>
          <p:spPr>
            <a:xfrm rot="10800000" flipH="1">
              <a:off x="8147148" y="2028637"/>
              <a:ext cx="1521858" cy="6319290"/>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nvGrpSpPr>
            <p:cNvPr id="382" name="Google Shape;382;g3e0edb04fb1_0_513"/>
            <p:cNvGrpSpPr/>
            <p:nvPr/>
          </p:nvGrpSpPr>
          <p:grpSpPr>
            <a:xfrm flipH="1">
              <a:off x="8820653" y="3237867"/>
              <a:ext cx="965258" cy="273510"/>
              <a:chOff x="-6675" y="2881558"/>
              <a:chExt cx="9140700" cy="2059567"/>
            </a:xfrm>
          </p:grpSpPr>
          <p:cxnSp>
            <p:nvCxnSpPr>
              <p:cNvPr id="383" name="Google Shape;383;g3e0edb04fb1_0_51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4" name="Google Shape;384;g3e0edb04fb1_0_51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5" name="Google Shape;385;g3e0edb04fb1_0_51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6" name="Google Shape;386;g3e0edb04fb1_0_51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7" name="Google Shape;387;g3e0edb04fb1_0_51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sp>
        <p:nvSpPr>
          <p:cNvPr id="388" name="Google Shape;388;g3e0edb04fb1_0_513"/>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12_1">
    <p:spTree>
      <p:nvGrpSpPr>
        <p:cNvPr id="1" name="Shape 389"/>
        <p:cNvGrpSpPr/>
        <p:nvPr/>
      </p:nvGrpSpPr>
      <p:grpSpPr>
        <a:xfrm>
          <a:off x="0" y="0"/>
          <a:ext cx="0" cy="0"/>
          <a:chOff x="0" y="0"/>
          <a:chExt cx="0" cy="0"/>
        </a:xfrm>
      </p:grpSpPr>
      <p:sp>
        <p:nvSpPr>
          <p:cNvPr id="390" name="Google Shape;390;g3e0edb04fb1_0_5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1" name="Google Shape;391;g3e0edb04fb1_0_538"/>
          <p:cNvSpPr txBox="1">
            <a:spLocks noGrp="1"/>
          </p:cNvSpPr>
          <p:nvPr>
            <p:ph type="subTitle" idx="1"/>
          </p:nvPr>
        </p:nvSpPr>
        <p:spPr>
          <a:xfrm>
            <a:off x="720000" y="1150950"/>
            <a:ext cx="7704000" cy="29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SzPts val="1200"/>
              <a:buFont typeface="Nunito Light"/>
              <a:buChar char="○"/>
              <a:defRPr/>
            </a:lvl2pPr>
            <a:lvl3pPr lvl="2" algn="ctr" rtl="0">
              <a:lnSpc>
                <a:spcPct val="100000"/>
              </a:lnSpc>
              <a:spcBef>
                <a:spcPts val="0"/>
              </a:spcBef>
              <a:spcAft>
                <a:spcPts val="0"/>
              </a:spcAft>
              <a:buSzPts val="1200"/>
              <a:buFont typeface="Nunito Light"/>
              <a:buChar char="■"/>
              <a:defRPr/>
            </a:lvl3pPr>
            <a:lvl4pPr lvl="3" algn="ctr" rtl="0">
              <a:lnSpc>
                <a:spcPct val="100000"/>
              </a:lnSpc>
              <a:spcBef>
                <a:spcPts val="0"/>
              </a:spcBef>
              <a:spcAft>
                <a:spcPts val="0"/>
              </a:spcAft>
              <a:buSzPts val="1200"/>
              <a:buFont typeface="Nunito Light"/>
              <a:buChar char="●"/>
              <a:defRPr/>
            </a:lvl4pPr>
            <a:lvl5pPr lvl="4" algn="ctr" rtl="0">
              <a:lnSpc>
                <a:spcPct val="100000"/>
              </a:lnSpc>
              <a:spcBef>
                <a:spcPts val="0"/>
              </a:spcBef>
              <a:spcAft>
                <a:spcPts val="0"/>
              </a:spcAft>
              <a:buSzPts val="1200"/>
              <a:buFont typeface="Nunito Light"/>
              <a:buChar char="○"/>
              <a:defRPr/>
            </a:lvl5pPr>
            <a:lvl6pPr lvl="5" algn="ctr" rtl="0">
              <a:lnSpc>
                <a:spcPct val="100000"/>
              </a:lnSpc>
              <a:spcBef>
                <a:spcPts val="0"/>
              </a:spcBef>
              <a:spcAft>
                <a:spcPts val="0"/>
              </a:spcAft>
              <a:buSzPts val="1200"/>
              <a:buFont typeface="Nunito Light"/>
              <a:buChar char="■"/>
              <a:defRPr/>
            </a:lvl6pPr>
            <a:lvl7pPr lvl="6" algn="ctr" rtl="0">
              <a:lnSpc>
                <a:spcPct val="100000"/>
              </a:lnSpc>
              <a:spcBef>
                <a:spcPts val="0"/>
              </a:spcBef>
              <a:spcAft>
                <a:spcPts val="0"/>
              </a:spcAft>
              <a:buSzPts val="1200"/>
              <a:buFont typeface="Nunito Light"/>
              <a:buChar char="●"/>
              <a:defRPr/>
            </a:lvl7pPr>
            <a:lvl8pPr lvl="7" algn="ctr" rtl="0">
              <a:lnSpc>
                <a:spcPct val="100000"/>
              </a:lnSpc>
              <a:spcBef>
                <a:spcPts val="0"/>
              </a:spcBef>
              <a:spcAft>
                <a:spcPts val="0"/>
              </a:spcAft>
              <a:buSzPts val="1200"/>
              <a:buFont typeface="Nunito Light"/>
              <a:buChar char="○"/>
              <a:defRPr/>
            </a:lvl8pPr>
            <a:lvl9pPr lvl="8" algn="ctr" rtl="0">
              <a:lnSpc>
                <a:spcPct val="100000"/>
              </a:lnSpc>
              <a:spcBef>
                <a:spcPts val="0"/>
              </a:spcBef>
              <a:spcAft>
                <a:spcPts val="0"/>
              </a:spcAft>
              <a:buSzPts val="1200"/>
              <a:buFont typeface="Nunito Light"/>
              <a:buChar char="■"/>
              <a:defRPr/>
            </a:lvl9pPr>
          </a:lstStyle>
          <a:p>
            <a:endParaRPr/>
          </a:p>
        </p:txBody>
      </p:sp>
      <p:grpSp>
        <p:nvGrpSpPr>
          <p:cNvPr id="392" name="Google Shape;392;g3e0edb04fb1_0_538"/>
          <p:cNvGrpSpPr/>
          <p:nvPr/>
        </p:nvGrpSpPr>
        <p:grpSpPr>
          <a:xfrm>
            <a:off x="8393651" y="-1627766"/>
            <a:ext cx="614899" cy="2881846"/>
            <a:chOff x="1337784" y="-2525559"/>
            <a:chExt cx="1352318" cy="6337907"/>
          </a:xfrm>
        </p:grpSpPr>
        <p:cxnSp>
          <p:nvCxnSpPr>
            <p:cNvPr id="393" name="Google Shape;393;g3e0edb04fb1_0_538"/>
            <p:cNvCxnSpPr/>
            <p:nvPr/>
          </p:nvCxnSpPr>
          <p:spPr>
            <a:xfrm rot="10800000">
              <a:off x="1337784" y="-2525559"/>
              <a:ext cx="0" cy="4990500"/>
            </a:xfrm>
            <a:prstGeom prst="straightConnector1">
              <a:avLst/>
            </a:prstGeom>
            <a:noFill/>
            <a:ln w="9525" cap="flat" cmpd="sng">
              <a:solidFill>
                <a:schemeClr val="accent2"/>
              </a:solidFill>
              <a:prstDash val="solid"/>
              <a:round/>
              <a:headEnd type="none" w="med" len="med"/>
              <a:tailEnd type="none" w="med" len="med"/>
            </a:ln>
          </p:spPr>
        </p:cxnSp>
        <p:cxnSp>
          <p:nvCxnSpPr>
            <p:cNvPr id="394" name="Google Shape;394;g3e0edb04fb1_0_538"/>
            <p:cNvCxnSpPr/>
            <p:nvPr/>
          </p:nvCxnSpPr>
          <p:spPr>
            <a:xfrm>
              <a:off x="1337784" y="2466654"/>
              <a:ext cx="984900" cy="970200"/>
            </a:xfrm>
            <a:prstGeom prst="straightConnector1">
              <a:avLst/>
            </a:prstGeom>
            <a:noFill/>
            <a:ln w="9525" cap="flat" cmpd="sng">
              <a:solidFill>
                <a:schemeClr val="accent2"/>
              </a:solidFill>
              <a:prstDash val="solid"/>
              <a:round/>
              <a:headEnd type="none" w="med" len="med"/>
              <a:tailEnd type="none" w="med" len="med"/>
            </a:ln>
          </p:spPr>
        </p:cxnSp>
        <p:sp>
          <p:nvSpPr>
            <p:cNvPr id="395" name="Google Shape;395;g3e0edb04fb1_0_538"/>
            <p:cNvSpPr/>
            <p:nvPr/>
          </p:nvSpPr>
          <p:spPr>
            <a:xfrm rot="5400000">
              <a:off x="2266990" y="3389237"/>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 name="Google Shape;396;g3e0edb04fb1_0_538"/>
          <p:cNvGrpSpPr/>
          <p:nvPr/>
        </p:nvGrpSpPr>
        <p:grpSpPr>
          <a:xfrm>
            <a:off x="6485555" y="4129788"/>
            <a:ext cx="269696" cy="1209440"/>
            <a:chOff x="6933883" y="3613321"/>
            <a:chExt cx="269696" cy="1209440"/>
          </a:xfrm>
        </p:grpSpPr>
        <p:sp>
          <p:nvSpPr>
            <p:cNvPr id="397" name="Google Shape;397;g3e0edb04fb1_0_538"/>
            <p:cNvSpPr/>
            <p:nvPr/>
          </p:nvSpPr>
          <p:spPr>
            <a:xfrm rot="10800000">
              <a:off x="7160463"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g3e0edb04fb1_0_538"/>
            <p:cNvSpPr/>
            <p:nvPr/>
          </p:nvSpPr>
          <p:spPr>
            <a:xfrm rot="10800000">
              <a:off x="6933883"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9" name="Google Shape;399;g3e0edb04fb1_0_53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00"/>
        <p:cNvGrpSpPr/>
        <p:nvPr/>
      </p:nvGrpSpPr>
      <p:grpSpPr>
        <a:xfrm>
          <a:off x="0" y="0"/>
          <a:ext cx="0" cy="0"/>
          <a:chOff x="0" y="0"/>
          <a:chExt cx="0" cy="0"/>
        </a:xfrm>
      </p:grpSpPr>
      <p:sp>
        <p:nvSpPr>
          <p:cNvPr id="401" name="Google Shape;401;g3e0edb04fb1_0_5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2" name="Google Shape;402;g3e0edb04fb1_0_549"/>
          <p:cNvSpPr txBox="1">
            <a:spLocks noGrp="1"/>
          </p:cNvSpPr>
          <p:nvPr>
            <p:ph type="subTitle" idx="1"/>
          </p:nvPr>
        </p:nvSpPr>
        <p:spPr>
          <a:xfrm>
            <a:off x="1090025" y="2438273"/>
            <a:ext cx="22602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3" name="Google Shape;403;g3e0edb04fb1_0_549"/>
          <p:cNvSpPr txBox="1">
            <a:spLocks noGrp="1"/>
          </p:cNvSpPr>
          <p:nvPr>
            <p:ph type="subTitle" idx="2"/>
          </p:nvPr>
        </p:nvSpPr>
        <p:spPr>
          <a:xfrm>
            <a:off x="3501725" y="2438273"/>
            <a:ext cx="22602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4" name="Google Shape;404;g3e0edb04fb1_0_549"/>
          <p:cNvSpPr txBox="1">
            <a:spLocks noGrp="1"/>
          </p:cNvSpPr>
          <p:nvPr>
            <p:ph type="subTitle" idx="3"/>
          </p:nvPr>
        </p:nvSpPr>
        <p:spPr>
          <a:xfrm>
            <a:off x="5913431" y="2438273"/>
            <a:ext cx="22602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5" name="Google Shape;405;g3e0edb04fb1_0_549"/>
          <p:cNvSpPr txBox="1">
            <a:spLocks noGrp="1"/>
          </p:cNvSpPr>
          <p:nvPr>
            <p:ph type="subTitle" idx="4"/>
          </p:nvPr>
        </p:nvSpPr>
        <p:spPr>
          <a:xfrm>
            <a:off x="1090025" y="2029925"/>
            <a:ext cx="2260200" cy="480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06" name="Google Shape;406;g3e0edb04fb1_0_549"/>
          <p:cNvSpPr txBox="1">
            <a:spLocks noGrp="1"/>
          </p:cNvSpPr>
          <p:nvPr>
            <p:ph type="subTitle" idx="5"/>
          </p:nvPr>
        </p:nvSpPr>
        <p:spPr>
          <a:xfrm>
            <a:off x="3501728" y="2029925"/>
            <a:ext cx="2260200" cy="480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07" name="Google Shape;407;g3e0edb04fb1_0_549"/>
          <p:cNvSpPr txBox="1">
            <a:spLocks noGrp="1"/>
          </p:cNvSpPr>
          <p:nvPr>
            <p:ph type="subTitle" idx="6"/>
          </p:nvPr>
        </p:nvSpPr>
        <p:spPr>
          <a:xfrm>
            <a:off x="5913432" y="2029925"/>
            <a:ext cx="2260200" cy="480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08" name="Google Shape;408;g3e0edb04fb1_0_549"/>
          <p:cNvGrpSpPr/>
          <p:nvPr/>
        </p:nvGrpSpPr>
        <p:grpSpPr>
          <a:xfrm>
            <a:off x="188277" y="445029"/>
            <a:ext cx="8669349" cy="4596267"/>
            <a:chOff x="188277" y="445029"/>
            <a:chExt cx="8669349" cy="4596267"/>
          </a:xfrm>
        </p:grpSpPr>
        <p:sp>
          <p:nvSpPr>
            <p:cNvPr id="409" name="Google Shape;409;g3e0edb04fb1_0_549"/>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g3e0edb04fb1_0_549"/>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 name="Google Shape;411;g3e0edb04fb1_0_549"/>
            <p:cNvGrpSpPr/>
            <p:nvPr/>
          </p:nvGrpSpPr>
          <p:grpSpPr>
            <a:xfrm>
              <a:off x="188277" y="4275152"/>
              <a:ext cx="206891" cy="766144"/>
              <a:chOff x="8650702" y="3525402"/>
              <a:chExt cx="206891" cy="766144"/>
            </a:xfrm>
          </p:grpSpPr>
          <p:sp>
            <p:nvSpPr>
              <p:cNvPr id="412" name="Google Shape;412;g3e0edb04fb1_0_549"/>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g3e0edb04fb1_0_549"/>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4" name="Google Shape;414;g3e0edb04fb1_0_549"/>
          <p:cNvGrpSpPr/>
          <p:nvPr/>
        </p:nvGrpSpPr>
        <p:grpSpPr>
          <a:xfrm>
            <a:off x="478250" y="1380581"/>
            <a:ext cx="8298985" cy="1930684"/>
            <a:chOff x="478250" y="1380581"/>
            <a:chExt cx="8298985" cy="1930684"/>
          </a:xfrm>
        </p:grpSpPr>
        <p:sp>
          <p:nvSpPr>
            <p:cNvPr id="415" name="Google Shape;415;g3e0edb04fb1_0_549"/>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g3e0edb04fb1_0_549"/>
            <p:cNvSpPr/>
            <p:nvPr/>
          </p:nvSpPr>
          <p:spPr>
            <a:xfrm rot="10800000">
              <a:off x="478250" y="287038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g3e0edb04fb1_0_549"/>
          <p:cNvGrpSpPr/>
          <p:nvPr/>
        </p:nvGrpSpPr>
        <p:grpSpPr>
          <a:xfrm>
            <a:off x="260198" y="-534009"/>
            <a:ext cx="8742927" cy="5946659"/>
            <a:chOff x="260198" y="-534009"/>
            <a:chExt cx="8742927" cy="5946659"/>
          </a:xfrm>
        </p:grpSpPr>
        <p:grpSp>
          <p:nvGrpSpPr>
            <p:cNvPr id="418" name="Google Shape;418;g3e0edb04fb1_0_549"/>
            <p:cNvGrpSpPr/>
            <p:nvPr/>
          </p:nvGrpSpPr>
          <p:grpSpPr>
            <a:xfrm rot="5400000" flipH="1">
              <a:off x="7247712" y="-188135"/>
              <a:ext cx="965258" cy="273510"/>
              <a:chOff x="-6675" y="2881558"/>
              <a:chExt cx="9140700" cy="2059567"/>
            </a:xfrm>
          </p:grpSpPr>
          <p:cxnSp>
            <p:nvCxnSpPr>
              <p:cNvPr id="419" name="Google Shape;419;g3e0edb04fb1_0_549"/>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0" name="Google Shape;420;g3e0edb04fb1_0_549"/>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1" name="Google Shape;421;g3e0edb04fb1_0_549"/>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2" name="Google Shape;422;g3e0edb04fb1_0_549"/>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3" name="Google Shape;423;g3e0edb04fb1_0_549"/>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24" name="Google Shape;424;g3e0edb04fb1_0_549"/>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425" name="Google Shape;425;g3e0edb04fb1_0_549"/>
            <p:cNvGrpSpPr/>
            <p:nvPr/>
          </p:nvGrpSpPr>
          <p:grpSpPr>
            <a:xfrm>
              <a:off x="260198" y="3089575"/>
              <a:ext cx="493321" cy="2323075"/>
              <a:chOff x="260198" y="3089575"/>
              <a:chExt cx="493321" cy="2323075"/>
            </a:xfrm>
          </p:grpSpPr>
          <p:grpSp>
            <p:nvGrpSpPr>
              <p:cNvPr id="426" name="Google Shape;426;g3e0edb04fb1_0_549"/>
              <p:cNvGrpSpPr/>
              <p:nvPr/>
            </p:nvGrpSpPr>
            <p:grpSpPr>
              <a:xfrm rot="10800000">
                <a:off x="260198" y="3645746"/>
                <a:ext cx="493321" cy="357312"/>
                <a:chOff x="1722354" y="229144"/>
                <a:chExt cx="1748744" cy="1266614"/>
              </a:xfrm>
            </p:grpSpPr>
            <p:sp>
              <p:nvSpPr>
                <p:cNvPr id="427" name="Google Shape;427;g3e0edb04fb1_0_549"/>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g3e0edb04fb1_0_549"/>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g3e0edb04fb1_0_549"/>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grpSp>
      <p:sp>
        <p:nvSpPr>
          <p:cNvPr id="430" name="Google Shape;430;g3e0edb04fb1_0_549"/>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31"/>
        <p:cNvGrpSpPr/>
        <p:nvPr/>
      </p:nvGrpSpPr>
      <p:grpSpPr>
        <a:xfrm>
          <a:off x="0" y="0"/>
          <a:ext cx="0" cy="0"/>
          <a:chOff x="0" y="0"/>
          <a:chExt cx="0" cy="0"/>
        </a:xfrm>
      </p:grpSpPr>
      <p:sp>
        <p:nvSpPr>
          <p:cNvPr id="432" name="Google Shape;432;g3e0edb04fb1_0_58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33" name="Google Shape;433;g3e0edb04fb1_0_580"/>
          <p:cNvSpPr txBox="1">
            <a:spLocks noGrp="1"/>
          </p:cNvSpPr>
          <p:nvPr>
            <p:ph type="subTitle" idx="1"/>
          </p:nvPr>
        </p:nvSpPr>
        <p:spPr>
          <a:xfrm>
            <a:off x="1253224" y="1770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4" name="Google Shape;434;g3e0edb04fb1_0_580"/>
          <p:cNvSpPr txBox="1">
            <a:spLocks noGrp="1"/>
          </p:cNvSpPr>
          <p:nvPr>
            <p:ph type="subTitle" idx="2"/>
          </p:nvPr>
        </p:nvSpPr>
        <p:spPr>
          <a:xfrm>
            <a:off x="5079776" y="1770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5" name="Google Shape;435;g3e0edb04fb1_0_580"/>
          <p:cNvSpPr txBox="1">
            <a:spLocks noGrp="1"/>
          </p:cNvSpPr>
          <p:nvPr>
            <p:ph type="subTitle" idx="3"/>
          </p:nvPr>
        </p:nvSpPr>
        <p:spPr>
          <a:xfrm>
            <a:off x="1253224" y="32817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6" name="Google Shape;436;g3e0edb04fb1_0_580"/>
          <p:cNvSpPr txBox="1">
            <a:spLocks noGrp="1"/>
          </p:cNvSpPr>
          <p:nvPr>
            <p:ph type="subTitle" idx="4"/>
          </p:nvPr>
        </p:nvSpPr>
        <p:spPr>
          <a:xfrm>
            <a:off x="5079776" y="32817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7" name="Google Shape;437;g3e0edb04fb1_0_580"/>
          <p:cNvSpPr txBox="1">
            <a:spLocks noGrp="1"/>
          </p:cNvSpPr>
          <p:nvPr>
            <p:ph type="subTitle" idx="5"/>
          </p:nvPr>
        </p:nvSpPr>
        <p:spPr>
          <a:xfrm>
            <a:off x="1253225" y="1316050"/>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38" name="Google Shape;438;g3e0edb04fb1_0_580"/>
          <p:cNvSpPr txBox="1">
            <a:spLocks noGrp="1"/>
          </p:cNvSpPr>
          <p:nvPr>
            <p:ph type="subTitle" idx="6"/>
          </p:nvPr>
        </p:nvSpPr>
        <p:spPr>
          <a:xfrm>
            <a:off x="1253225" y="2827725"/>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39" name="Google Shape;439;g3e0edb04fb1_0_580"/>
          <p:cNvSpPr txBox="1">
            <a:spLocks noGrp="1"/>
          </p:cNvSpPr>
          <p:nvPr>
            <p:ph type="subTitle" idx="7"/>
          </p:nvPr>
        </p:nvSpPr>
        <p:spPr>
          <a:xfrm>
            <a:off x="5079750" y="1316050"/>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40" name="Google Shape;440;g3e0edb04fb1_0_580"/>
          <p:cNvSpPr txBox="1">
            <a:spLocks noGrp="1"/>
          </p:cNvSpPr>
          <p:nvPr>
            <p:ph type="subTitle" idx="8"/>
          </p:nvPr>
        </p:nvSpPr>
        <p:spPr>
          <a:xfrm>
            <a:off x="5079750" y="2827725"/>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41" name="Google Shape;441;g3e0edb04fb1_0_580"/>
          <p:cNvGrpSpPr/>
          <p:nvPr/>
        </p:nvGrpSpPr>
        <p:grpSpPr>
          <a:xfrm>
            <a:off x="487075" y="3743425"/>
            <a:ext cx="8733034" cy="1098995"/>
            <a:chOff x="487075" y="3743425"/>
            <a:chExt cx="8733034" cy="1098995"/>
          </a:xfrm>
        </p:grpSpPr>
        <p:sp>
          <p:nvSpPr>
            <p:cNvPr id="442" name="Google Shape;442;g3e0edb04fb1_0_580"/>
            <p:cNvSpPr/>
            <p:nvPr/>
          </p:nvSpPr>
          <p:spPr>
            <a:xfrm rot="5400000">
              <a:off x="8961054" y="372636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g3e0edb04fb1_0_580"/>
            <p:cNvSpPr/>
            <p:nvPr/>
          </p:nvSpPr>
          <p:spPr>
            <a:xfrm rot="5400000">
              <a:off x="8721654" y="35274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 name="Google Shape;444;g3e0edb04fb1_0_580"/>
            <p:cNvGrpSpPr/>
            <p:nvPr/>
          </p:nvGrpSpPr>
          <p:grpSpPr>
            <a:xfrm rot="5400000">
              <a:off x="766702" y="4355902"/>
              <a:ext cx="206891" cy="766144"/>
              <a:chOff x="8650702" y="3525402"/>
              <a:chExt cx="206891" cy="766144"/>
            </a:xfrm>
          </p:grpSpPr>
          <p:sp>
            <p:nvSpPr>
              <p:cNvPr id="445" name="Google Shape;445;g3e0edb04fb1_0_580"/>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g3e0edb04fb1_0_580"/>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7" name="Google Shape;447;g3e0edb04fb1_0_580"/>
          <p:cNvGrpSpPr/>
          <p:nvPr/>
        </p:nvGrpSpPr>
        <p:grpSpPr>
          <a:xfrm>
            <a:off x="197650" y="1003129"/>
            <a:ext cx="8689509" cy="2910487"/>
            <a:chOff x="197650" y="1003129"/>
            <a:chExt cx="8689509" cy="2910487"/>
          </a:xfrm>
        </p:grpSpPr>
        <p:sp>
          <p:nvSpPr>
            <p:cNvPr id="448" name="Google Shape;448;g3e0edb04fb1_0_580"/>
            <p:cNvSpPr/>
            <p:nvPr/>
          </p:nvSpPr>
          <p:spPr>
            <a:xfrm>
              <a:off x="8847104" y="1003129"/>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g3e0edb04fb1_0_580"/>
            <p:cNvSpPr/>
            <p:nvPr/>
          </p:nvSpPr>
          <p:spPr>
            <a:xfrm rot="10800000">
              <a:off x="197650" y="34727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g3e0edb04fb1_0_580"/>
          <p:cNvGrpSpPr/>
          <p:nvPr/>
        </p:nvGrpSpPr>
        <p:grpSpPr>
          <a:xfrm>
            <a:off x="-30950" y="-166792"/>
            <a:ext cx="9501942" cy="5231667"/>
            <a:chOff x="-30950" y="-166792"/>
            <a:chExt cx="9501942" cy="5231667"/>
          </a:xfrm>
        </p:grpSpPr>
        <p:grpSp>
          <p:nvGrpSpPr>
            <p:cNvPr id="451" name="Google Shape;451;g3e0edb04fb1_0_580"/>
            <p:cNvGrpSpPr/>
            <p:nvPr/>
          </p:nvGrpSpPr>
          <p:grpSpPr>
            <a:xfrm rot="-5400000">
              <a:off x="8362773" y="2998996"/>
              <a:ext cx="493321" cy="357312"/>
              <a:chOff x="1722354" y="229144"/>
              <a:chExt cx="1748744" cy="1266614"/>
            </a:xfrm>
          </p:grpSpPr>
          <p:sp>
            <p:nvSpPr>
              <p:cNvPr id="452" name="Google Shape;452;g3e0edb04fb1_0_580"/>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g3e0edb04fb1_0_580"/>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 name="Google Shape;454;g3e0edb04fb1_0_580"/>
            <p:cNvGrpSpPr/>
            <p:nvPr/>
          </p:nvGrpSpPr>
          <p:grpSpPr>
            <a:xfrm rot="10800000" flipH="1">
              <a:off x="8505734" y="1680044"/>
              <a:ext cx="965258" cy="273510"/>
              <a:chOff x="-6675" y="2881558"/>
              <a:chExt cx="9140700" cy="2059567"/>
            </a:xfrm>
          </p:grpSpPr>
          <p:cxnSp>
            <p:nvCxnSpPr>
              <p:cNvPr id="455" name="Google Shape;455;g3e0edb04fb1_0_580"/>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6" name="Google Shape;456;g3e0edb04fb1_0_580"/>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7" name="Google Shape;457;g3e0edb04fb1_0_580"/>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8" name="Google Shape;458;g3e0edb04fb1_0_580"/>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9" name="Google Shape;459;g3e0edb04fb1_0_580"/>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60" name="Google Shape;460;g3e0edb04fb1_0_580"/>
            <p:cNvSpPr/>
            <p:nvPr/>
          </p:nvSpPr>
          <p:spPr>
            <a:xfrm rot="5400000">
              <a:off x="7121670" y="121727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61" name="Google Shape;461;g3e0edb04fb1_0_580"/>
            <p:cNvSpPr/>
            <p:nvPr/>
          </p:nvSpPr>
          <p:spPr>
            <a:xfrm>
              <a:off x="-30950" y="2650075"/>
              <a:ext cx="581550" cy="2414800"/>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62" name="Google Shape;462;g3e0edb04fb1_0_580"/>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63"/>
        <p:cNvGrpSpPr/>
        <p:nvPr/>
      </p:nvGrpSpPr>
      <p:grpSpPr>
        <a:xfrm>
          <a:off x="0" y="0"/>
          <a:ext cx="0" cy="0"/>
          <a:chOff x="0" y="0"/>
          <a:chExt cx="0" cy="0"/>
        </a:xfrm>
      </p:grpSpPr>
      <p:sp>
        <p:nvSpPr>
          <p:cNvPr id="464" name="Google Shape;464;g3e0edb04fb1_0_61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65" name="Google Shape;465;g3e0edb04fb1_0_612"/>
          <p:cNvSpPr txBox="1">
            <a:spLocks noGrp="1"/>
          </p:cNvSpPr>
          <p:nvPr>
            <p:ph type="subTitle" idx="1"/>
          </p:nvPr>
        </p:nvSpPr>
        <p:spPr>
          <a:xfrm>
            <a:off x="1182950" y="1729925"/>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6" name="Google Shape;466;g3e0edb04fb1_0_612"/>
          <p:cNvSpPr txBox="1">
            <a:spLocks noGrp="1"/>
          </p:cNvSpPr>
          <p:nvPr>
            <p:ph type="subTitle" idx="2"/>
          </p:nvPr>
        </p:nvSpPr>
        <p:spPr>
          <a:xfrm>
            <a:off x="3580856" y="1729934"/>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7" name="Google Shape;467;g3e0edb04fb1_0_612"/>
          <p:cNvSpPr txBox="1">
            <a:spLocks noGrp="1"/>
          </p:cNvSpPr>
          <p:nvPr>
            <p:ph type="subTitle" idx="3"/>
          </p:nvPr>
        </p:nvSpPr>
        <p:spPr>
          <a:xfrm>
            <a:off x="118295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8" name="Google Shape;468;g3e0edb04fb1_0_612"/>
          <p:cNvSpPr txBox="1">
            <a:spLocks noGrp="1"/>
          </p:cNvSpPr>
          <p:nvPr>
            <p:ph type="subTitle" idx="4"/>
          </p:nvPr>
        </p:nvSpPr>
        <p:spPr>
          <a:xfrm>
            <a:off x="357900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9" name="Google Shape;469;g3e0edb04fb1_0_612"/>
          <p:cNvSpPr txBox="1">
            <a:spLocks noGrp="1"/>
          </p:cNvSpPr>
          <p:nvPr>
            <p:ph type="subTitle" idx="5"/>
          </p:nvPr>
        </p:nvSpPr>
        <p:spPr>
          <a:xfrm>
            <a:off x="5975050" y="1729934"/>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0" name="Google Shape;470;g3e0edb04fb1_0_612"/>
          <p:cNvSpPr txBox="1">
            <a:spLocks noGrp="1"/>
          </p:cNvSpPr>
          <p:nvPr>
            <p:ph type="subTitle" idx="6"/>
          </p:nvPr>
        </p:nvSpPr>
        <p:spPr>
          <a:xfrm>
            <a:off x="597505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1" name="Google Shape;471;g3e0edb04fb1_0_612"/>
          <p:cNvSpPr txBox="1">
            <a:spLocks noGrp="1"/>
          </p:cNvSpPr>
          <p:nvPr>
            <p:ph type="subTitle" idx="7"/>
          </p:nvPr>
        </p:nvSpPr>
        <p:spPr>
          <a:xfrm>
            <a:off x="1190750" y="1396451"/>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2" name="Google Shape;472;g3e0edb04fb1_0_612"/>
          <p:cNvSpPr txBox="1">
            <a:spLocks noGrp="1"/>
          </p:cNvSpPr>
          <p:nvPr>
            <p:ph type="subTitle" idx="8"/>
          </p:nvPr>
        </p:nvSpPr>
        <p:spPr>
          <a:xfrm>
            <a:off x="3584756" y="1396458"/>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3" name="Google Shape;473;g3e0edb04fb1_0_612"/>
          <p:cNvSpPr txBox="1">
            <a:spLocks noGrp="1"/>
          </p:cNvSpPr>
          <p:nvPr>
            <p:ph type="subTitle" idx="9"/>
          </p:nvPr>
        </p:nvSpPr>
        <p:spPr>
          <a:xfrm>
            <a:off x="5978950" y="1396458"/>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4" name="Google Shape;474;g3e0edb04fb1_0_612"/>
          <p:cNvSpPr txBox="1">
            <a:spLocks noGrp="1"/>
          </p:cNvSpPr>
          <p:nvPr>
            <p:ph type="subTitle" idx="13"/>
          </p:nvPr>
        </p:nvSpPr>
        <p:spPr>
          <a:xfrm>
            <a:off x="1182950" y="3082550"/>
            <a:ext cx="19860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5" name="Google Shape;475;g3e0edb04fb1_0_612"/>
          <p:cNvSpPr txBox="1">
            <a:spLocks noGrp="1"/>
          </p:cNvSpPr>
          <p:nvPr>
            <p:ph type="subTitle" idx="14"/>
          </p:nvPr>
        </p:nvSpPr>
        <p:spPr>
          <a:xfrm>
            <a:off x="3584758" y="3082550"/>
            <a:ext cx="19782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6" name="Google Shape;476;g3e0edb04fb1_0_612"/>
          <p:cNvSpPr txBox="1">
            <a:spLocks noGrp="1"/>
          </p:cNvSpPr>
          <p:nvPr>
            <p:ph type="subTitle" idx="15"/>
          </p:nvPr>
        </p:nvSpPr>
        <p:spPr>
          <a:xfrm>
            <a:off x="5978948" y="3082550"/>
            <a:ext cx="19782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77" name="Google Shape;477;g3e0edb04fb1_0_612"/>
          <p:cNvGrpSpPr/>
          <p:nvPr/>
        </p:nvGrpSpPr>
        <p:grpSpPr>
          <a:xfrm>
            <a:off x="-173589" y="2054902"/>
            <a:ext cx="8977956" cy="875138"/>
            <a:chOff x="-173589" y="2054902"/>
            <a:chExt cx="8977956" cy="875138"/>
          </a:xfrm>
        </p:grpSpPr>
        <p:sp>
          <p:nvSpPr>
            <p:cNvPr id="478" name="Google Shape;478;g3e0edb04fb1_0_612"/>
            <p:cNvSpPr/>
            <p:nvPr/>
          </p:nvSpPr>
          <p:spPr>
            <a:xfrm rot="-5400000" flipH="1">
              <a:off x="157300" y="26709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g3e0edb04fb1_0_612"/>
            <p:cNvSpPr/>
            <p:nvPr/>
          </p:nvSpPr>
          <p:spPr>
            <a:xfrm rot="-5400000" flipH="1">
              <a:off x="42350" y="24235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g3e0edb04fb1_0_612"/>
            <p:cNvGrpSpPr/>
            <p:nvPr/>
          </p:nvGrpSpPr>
          <p:grpSpPr>
            <a:xfrm rot="10800000" flipH="1">
              <a:off x="8597477" y="2054902"/>
              <a:ext cx="206891" cy="766144"/>
              <a:chOff x="8650702" y="3525402"/>
              <a:chExt cx="206891" cy="766144"/>
            </a:xfrm>
          </p:grpSpPr>
          <p:sp>
            <p:nvSpPr>
              <p:cNvPr id="481" name="Google Shape;481;g3e0edb04fb1_0_612"/>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g3e0edb04fb1_0_612"/>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3" name="Google Shape;483;g3e0edb04fb1_0_612"/>
          <p:cNvGrpSpPr/>
          <p:nvPr/>
        </p:nvGrpSpPr>
        <p:grpSpPr>
          <a:xfrm>
            <a:off x="756786" y="700836"/>
            <a:ext cx="8183234" cy="4589198"/>
            <a:chOff x="756786" y="700836"/>
            <a:chExt cx="8183234" cy="4589198"/>
          </a:xfrm>
        </p:grpSpPr>
        <p:sp>
          <p:nvSpPr>
            <p:cNvPr id="484" name="Google Shape;484;g3e0edb04fb1_0_612"/>
            <p:cNvSpPr/>
            <p:nvPr/>
          </p:nvSpPr>
          <p:spPr>
            <a:xfrm flipH="1">
              <a:off x="756786" y="484915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g3e0edb04fb1_0_612"/>
            <p:cNvSpPr/>
            <p:nvPr/>
          </p:nvSpPr>
          <p:spPr>
            <a:xfrm rot="10800000" flipH="1">
              <a:off x="8899964" y="700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g3e0edb04fb1_0_612"/>
          <p:cNvGrpSpPr/>
          <p:nvPr/>
        </p:nvGrpSpPr>
        <p:grpSpPr>
          <a:xfrm>
            <a:off x="-418722" y="-549400"/>
            <a:ext cx="9906875" cy="5811597"/>
            <a:chOff x="-418722" y="-549400"/>
            <a:chExt cx="9906875" cy="5811597"/>
          </a:xfrm>
        </p:grpSpPr>
        <p:grpSp>
          <p:nvGrpSpPr>
            <p:cNvPr id="487" name="Google Shape;487;g3e0edb04fb1_0_612"/>
            <p:cNvGrpSpPr/>
            <p:nvPr/>
          </p:nvGrpSpPr>
          <p:grpSpPr>
            <a:xfrm rot="10800000" flipH="1">
              <a:off x="8269288" y="182196"/>
              <a:ext cx="493321" cy="357312"/>
              <a:chOff x="1722354" y="229144"/>
              <a:chExt cx="1748744" cy="1266614"/>
            </a:xfrm>
          </p:grpSpPr>
          <p:sp>
            <p:nvSpPr>
              <p:cNvPr id="488" name="Google Shape;488;g3e0edb04fb1_0_612"/>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g3e0edb04fb1_0_612"/>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g3e0edb04fb1_0_612"/>
            <p:cNvGrpSpPr/>
            <p:nvPr/>
          </p:nvGrpSpPr>
          <p:grpSpPr>
            <a:xfrm rot="10800000">
              <a:off x="-418722" y="3973294"/>
              <a:ext cx="965258" cy="273510"/>
              <a:chOff x="-6675" y="2881558"/>
              <a:chExt cx="9140700" cy="2059567"/>
            </a:xfrm>
          </p:grpSpPr>
          <p:cxnSp>
            <p:nvCxnSpPr>
              <p:cNvPr id="491" name="Google Shape;491;g3e0edb04fb1_0_612"/>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2" name="Google Shape;492;g3e0edb04fb1_0_612"/>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3" name="Google Shape;493;g3e0edb04fb1_0_612"/>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4" name="Google Shape;494;g3e0edb04fb1_0_612"/>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5" name="Google Shape;495;g3e0edb04fb1_0_612"/>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96" name="Google Shape;496;g3e0edb04fb1_0_612"/>
            <p:cNvSpPr/>
            <p:nvPr/>
          </p:nvSpPr>
          <p:spPr>
            <a:xfrm rot="-5400000" flipH="1">
              <a:off x="-642564" y="4073091"/>
              <a:ext cx="2068124" cy="310088"/>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97" name="Google Shape;497;g3e0edb04fb1_0_612"/>
            <p:cNvSpPr/>
            <p:nvPr/>
          </p:nvSpPr>
          <p:spPr>
            <a:xfrm flipH="1">
              <a:off x="8573201" y="-549400"/>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98" name="Google Shape;498;g3e0edb04fb1_0_612"/>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99"/>
        <p:cNvGrpSpPr/>
        <p:nvPr/>
      </p:nvGrpSpPr>
      <p:grpSpPr>
        <a:xfrm>
          <a:off x="0" y="0"/>
          <a:ext cx="0" cy="0"/>
          <a:chOff x="0" y="0"/>
          <a:chExt cx="0" cy="0"/>
        </a:xfrm>
      </p:grpSpPr>
      <p:sp>
        <p:nvSpPr>
          <p:cNvPr id="500" name="Google Shape;500;g3e0edb04fb1_0_648"/>
          <p:cNvSpPr txBox="1">
            <a:spLocks noGrp="1"/>
          </p:cNvSpPr>
          <p:nvPr>
            <p:ph type="title" hasCustomPrompt="1"/>
          </p:nvPr>
        </p:nvSpPr>
        <p:spPr>
          <a:xfrm>
            <a:off x="1022225" y="2965495"/>
            <a:ext cx="3382500" cy="7689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2pPr>
            <a:lvl3pPr lvl="2"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3pPr>
            <a:lvl4pPr lvl="3"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4pPr>
            <a:lvl5pPr lvl="4"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5pPr>
            <a:lvl6pPr lvl="5"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6pPr>
            <a:lvl7pPr lvl="6"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7pPr>
            <a:lvl8pPr lvl="7"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8pPr>
            <a:lvl9pPr lvl="8"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9pPr>
          </a:lstStyle>
          <a:p>
            <a:r>
              <a:t>xx%</a:t>
            </a:r>
          </a:p>
        </p:txBody>
      </p:sp>
      <p:sp>
        <p:nvSpPr>
          <p:cNvPr id="501" name="Google Shape;501;g3e0edb04fb1_0_648"/>
          <p:cNvSpPr txBox="1">
            <a:spLocks noGrp="1"/>
          </p:cNvSpPr>
          <p:nvPr>
            <p:ph type="subTitle" idx="1"/>
          </p:nvPr>
        </p:nvSpPr>
        <p:spPr>
          <a:xfrm>
            <a:off x="1022225" y="3740150"/>
            <a:ext cx="3382500" cy="3825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502" name="Google Shape;502;g3e0edb04fb1_0_648"/>
          <p:cNvSpPr txBox="1">
            <a:spLocks noGrp="1"/>
          </p:cNvSpPr>
          <p:nvPr>
            <p:ph type="title" idx="2" hasCustomPrompt="1"/>
          </p:nvPr>
        </p:nvSpPr>
        <p:spPr>
          <a:xfrm>
            <a:off x="3035252" y="1320175"/>
            <a:ext cx="3382500" cy="7689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2pPr>
            <a:lvl3pPr lvl="2"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3pPr>
            <a:lvl4pPr lvl="3"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4pPr>
            <a:lvl5pPr lvl="4"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5pPr>
            <a:lvl6pPr lvl="5"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6pPr>
            <a:lvl7pPr lvl="6"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7pPr>
            <a:lvl8pPr lvl="7"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8pPr>
            <a:lvl9pPr lvl="8"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9pPr>
          </a:lstStyle>
          <a:p>
            <a:r>
              <a:t>xx%</a:t>
            </a:r>
          </a:p>
        </p:txBody>
      </p:sp>
      <p:sp>
        <p:nvSpPr>
          <p:cNvPr id="503" name="Google Shape;503;g3e0edb04fb1_0_648"/>
          <p:cNvSpPr txBox="1">
            <a:spLocks noGrp="1"/>
          </p:cNvSpPr>
          <p:nvPr>
            <p:ph type="subTitle" idx="3"/>
          </p:nvPr>
        </p:nvSpPr>
        <p:spPr>
          <a:xfrm>
            <a:off x="3035252" y="2095118"/>
            <a:ext cx="3382500" cy="3825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504" name="Google Shape;504;g3e0edb04fb1_0_648"/>
          <p:cNvSpPr txBox="1">
            <a:spLocks noGrp="1"/>
          </p:cNvSpPr>
          <p:nvPr>
            <p:ph type="title" idx="4" hasCustomPrompt="1"/>
          </p:nvPr>
        </p:nvSpPr>
        <p:spPr>
          <a:xfrm>
            <a:off x="5048280" y="2965495"/>
            <a:ext cx="3382500" cy="7689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2pPr>
            <a:lvl3pPr lvl="2"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3pPr>
            <a:lvl4pPr lvl="3"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4pPr>
            <a:lvl5pPr lvl="4"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5pPr>
            <a:lvl6pPr lvl="5"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6pPr>
            <a:lvl7pPr lvl="6"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7pPr>
            <a:lvl8pPr lvl="7"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8pPr>
            <a:lvl9pPr lvl="8" algn="ctr" rtl="0">
              <a:spcBef>
                <a:spcPts val="0"/>
              </a:spcBef>
              <a:spcAft>
                <a:spcPts val="0"/>
              </a:spcAft>
              <a:buClr>
                <a:schemeClr val="lt1"/>
              </a:buClr>
              <a:buSzPts val="6000"/>
              <a:buFont typeface="Raleway ExtraBold"/>
              <a:buNone/>
              <a:defRPr sz="6000" b="0">
                <a:solidFill>
                  <a:schemeClr val="lt1"/>
                </a:solidFill>
                <a:latin typeface="Raleway ExtraBold"/>
                <a:ea typeface="Raleway ExtraBold"/>
                <a:cs typeface="Raleway ExtraBold"/>
                <a:sym typeface="Raleway ExtraBold"/>
              </a:defRPr>
            </a:lvl9pPr>
          </a:lstStyle>
          <a:p>
            <a:r>
              <a:t>xx%</a:t>
            </a:r>
          </a:p>
        </p:txBody>
      </p:sp>
      <p:sp>
        <p:nvSpPr>
          <p:cNvPr id="505" name="Google Shape;505;g3e0edb04fb1_0_648"/>
          <p:cNvSpPr txBox="1">
            <a:spLocks noGrp="1"/>
          </p:cNvSpPr>
          <p:nvPr>
            <p:ph type="subTitle" idx="5"/>
          </p:nvPr>
        </p:nvSpPr>
        <p:spPr>
          <a:xfrm>
            <a:off x="5048280" y="3740150"/>
            <a:ext cx="3382500" cy="3825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506" name="Google Shape;506;g3e0edb04fb1_0_648"/>
          <p:cNvSpPr/>
          <p:nvPr/>
        </p:nvSpPr>
        <p:spPr>
          <a:xfrm rot="5400000">
            <a:off x="9120511" y="697073"/>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7" name="Google Shape;507;g3e0edb04fb1_0_648"/>
          <p:cNvGrpSpPr/>
          <p:nvPr/>
        </p:nvGrpSpPr>
        <p:grpSpPr>
          <a:xfrm>
            <a:off x="-739800" y="415860"/>
            <a:ext cx="10142602" cy="2150259"/>
            <a:chOff x="-739800" y="415860"/>
            <a:chExt cx="10142602" cy="2150259"/>
          </a:xfrm>
        </p:grpSpPr>
        <p:grpSp>
          <p:nvGrpSpPr>
            <p:cNvPr id="508" name="Google Shape;508;g3e0edb04fb1_0_648"/>
            <p:cNvGrpSpPr/>
            <p:nvPr/>
          </p:nvGrpSpPr>
          <p:grpSpPr>
            <a:xfrm rot="5400000">
              <a:off x="8699132" y="-40532"/>
              <a:ext cx="247278" cy="1160062"/>
              <a:chOff x="1463894" y="1434556"/>
              <a:chExt cx="247278" cy="1160062"/>
            </a:xfrm>
          </p:grpSpPr>
          <p:sp>
            <p:nvSpPr>
              <p:cNvPr id="509" name="Google Shape;509;g3e0edb04fb1_0_648"/>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g3e0edb04fb1_0_648"/>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g3e0edb04fb1_0_648"/>
            <p:cNvGrpSpPr/>
            <p:nvPr/>
          </p:nvGrpSpPr>
          <p:grpSpPr>
            <a:xfrm>
              <a:off x="-739800" y="1454775"/>
              <a:ext cx="1111343" cy="1111343"/>
              <a:chOff x="8307725" y="278700"/>
              <a:chExt cx="1111343" cy="1111343"/>
            </a:xfrm>
          </p:grpSpPr>
          <p:sp>
            <p:nvSpPr>
              <p:cNvPr id="512" name="Google Shape;512;g3e0edb04fb1_0_648"/>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g3e0edb04fb1_0_648"/>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4" name="Google Shape;514;g3e0edb04fb1_0_648"/>
          <p:cNvGrpSpPr/>
          <p:nvPr/>
        </p:nvGrpSpPr>
        <p:grpSpPr>
          <a:xfrm>
            <a:off x="-1340979" y="-3183303"/>
            <a:ext cx="10223939" cy="12189165"/>
            <a:chOff x="-1340979" y="-3183303"/>
            <a:chExt cx="10223939" cy="12189165"/>
          </a:xfrm>
        </p:grpSpPr>
        <p:grpSp>
          <p:nvGrpSpPr>
            <p:cNvPr id="515" name="Google Shape;515;g3e0edb04fb1_0_648"/>
            <p:cNvGrpSpPr/>
            <p:nvPr/>
          </p:nvGrpSpPr>
          <p:grpSpPr>
            <a:xfrm>
              <a:off x="3772273" y="2152995"/>
              <a:ext cx="5110686" cy="6852868"/>
              <a:chOff x="3772273" y="2152995"/>
              <a:chExt cx="5110686" cy="6852868"/>
            </a:xfrm>
          </p:grpSpPr>
          <p:grpSp>
            <p:nvGrpSpPr>
              <p:cNvPr id="516" name="Google Shape;516;g3e0edb04fb1_0_648"/>
              <p:cNvGrpSpPr/>
              <p:nvPr/>
            </p:nvGrpSpPr>
            <p:grpSpPr>
              <a:xfrm rot="10800000">
                <a:off x="8201743" y="2152995"/>
                <a:ext cx="681217" cy="3360485"/>
                <a:chOff x="1337800" y="-2525590"/>
                <a:chExt cx="1498167" cy="7390555"/>
              </a:xfrm>
            </p:grpSpPr>
            <p:cxnSp>
              <p:nvCxnSpPr>
                <p:cNvPr id="517" name="Google Shape;517;g3e0edb04fb1_0_648"/>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518" name="Google Shape;518;g3e0edb04fb1_0_648"/>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519" name="Google Shape;519;g3e0edb04fb1_0_64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g3e0edb04fb1_0_648"/>
              <p:cNvGrpSpPr/>
              <p:nvPr/>
            </p:nvGrpSpPr>
            <p:grpSpPr>
              <a:xfrm rot="5400000" flipH="1">
                <a:off x="1841424" y="6449892"/>
                <a:ext cx="4486819" cy="625122"/>
                <a:chOff x="-78438" y="4073905"/>
                <a:chExt cx="4486819" cy="625122"/>
              </a:xfrm>
            </p:grpSpPr>
            <p:cxnSp>
              <p:nvCxnSpPr>
                <p:cNvPr id="521" name="Google Shape;521;g3e0edb04fb1_0_64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522" name="Google Shape;522;g3e0edb04fb1_0_648"/>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523" name="Google Shape;523;g3e0edb04fb1_0_648"/>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4" name="Google Shape;524;g3e0edb04fb1_0_648"/>
            <p:cNvSpPr/>
            <p:nvPr/>
          </p:nvSpPr>
          <p:spPr>
            <a:xfrm rot="-5400000" flipH="1">
              <a:off x="229850" y="-2095662"/>
              <a:ext cx="1197198" cy="4338856"/>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525" name="Google Shape;525;g3e0edb04fb1_0_648"/>
            <p:cNvGrpSpPr/>
            <p:nvPr/>
          </p:nvGrpSpPr>
          <p:grpSpPr>
            <a:xfrm rot="-5400000">
              <a:off x="1113139" y="743908"/>
              <a:ext cx="493321" cy="357312"/>
              <a:chOff x="1722354" y="229144"/>
              <a:chExt cx="1748744" cy="1266614"/>
            </a:xfrm>
          </p:grpSpPr>
          <p:sp>
            <p:nvSpPr>
              <p:cNvPr id="526" name="Google Shape;526;g3e0edb04fb1_0_64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g3e0edb04fb1_0_64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g3e0edb04fb1_0_648"/>
            <p:cNvGrpSpPr/>
            <p:nvPr/>
          </p:nvGrpSpPr>
          <p:grpSpPr>
            <a:xfrm rot="5400000">
              <a:off x="-1009100" y="-1561400"/>
              <a:ext cx="3859204" cy="615399"/>
              <a:chOff x="-6675" y="307100"/>
              <a:chExt cx="9140700" cy="4634025"/>
            </a:xfrm>
          </p:grpSpPr>
          <p:cxnSp>
            <p:nvCxnSpPr>
              <p:cNvPr id="529" name="Google Shape;529;g3e0edb04fb1_0_648"/>
              <p:cNvCxnSpPr/>
              <p:nvPr/>
            </p:nvCxnSpPr>
            <p:spPr>
              <a:xfrm>
                <a:off x="-6675" y="307100"/>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0" name="Google Shape;530;g3e0edb04fb1_0_648"/>
              <p:cNvCxnSpPr/>
              <p:nvPr/>
            </p:nvCxnSpPr>
            <p:spPr>
              <a:xfrm>
                <a:off x="-6675" y="1336883"/>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1" name="Google Shape;531;g3e0edb04fb1_0_648"/>
              <p:cNvCxnSpPr/>
              <p:nvPr/>
            </p:nvCxnSpPr>
            <p:spPr>
              <a:xfrm>
                <a:off x="-6675" y="821992"/>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2" name="Google Shape;532;g3e0edb04fb1_0_648"/>
              <p:cNvCxnSpPr/>
              <p:nvPr/>
            </p:nvCxnSpPr>
            <p:spPr>
              <a:xfrm>
                <a:off x="-6675" y="1851775"/>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3" name="Google Shape;533;g3e0edb04fb1_0_648"/>
              <p:cNvCxnSpPr/>
              <p:nvPr/>
            </p:nvCxnSpPr>
            <p:spPr>
              <a:xfrm>
                <a:off x="-6675" y="2366667"/>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4" name="Google Shape;534;g3e0edb04fb1_0_648"/>
              <p:cNvCxnSpPr/>
              <p:nvPr/>
            </p:nvCxnSpPr>
            <p:spPr>
              <a:xfrm>
                <a:off x="-6675" y="2881558"/>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5" name="Google Shape;535;g3e0edb04fb1_0_648"/>
              <p:cNvCxnSpPr/>
              <p:nvPr/>
            </p:nvCxnSpPr>
            <p:spPr>
              <a:xfrm>
                <a:off x="-6675" y="3396450"/>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6" name="Google Shape;536;g3e0edb04fb1_0_648"/>
              <p:cNvCxnSpPr/>
              <p:nvPr/>
            </p:nvCxnSpPr>
            <p:spPr>
              <a:xfrm>
                <a:off x="-6675" y="3911342"/>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7" name="Google Shape;537;g3e0edb04fb1_0_648"/>
              <p:cNvCxnSpPr/>
              <p:nvPr/>
            </p:nvCxnSpPr>
            <p:spPr>
              <a:xfrm>
                <a:off x="-6675" y="4426233"/>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8" name="Google Shape;538;g3e0edb04fb1_0_648"/>
              <p:cNvCxnSpPr/>
              <p:nvPr/>
            </p:nvCxnSpPr>
            <p:spPr>
              <a:xfrm>
                <a:off x="-6675" y="4941125"/>
                <a:ext cx="9140700" cy="0"/>
              </a:xfrm>
              <a:prstGeom prst="straightConnector1">
                <a:avLst/>
              </a:prstGeom>
              <a:noFill/>
              <a:ln w="9525" cap="flat" cmpd="sng">
                <a:solidFill>
                  <a:schemeClr val="accent2"/>
                </a:solidFill>
                <a:prstDash val="solid"/>
                <a:round/>
                <a:headEnd type="none" w="med" len="med"/>
                <a:tailEnd type="none" w="med" len="med"/>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39"/>
        <p:cNvGrpSpPr/>
        <p:nvPr/>
      </p:nvGrpSpPr>
      <p:grpSpPr>
        <a:xfrm>
          <a:off x="0" y="0"/>
          <a:ext cx="0" cy="0"/>
          <a:chOff x="0" y="0"/>
          <a:chExt cx="0" cy="0"/>
        </a:xfrm>
      </p:grpSpPr>
      <p:sp>
        <p:nvSpPr>
          <p:cNvPr id="540" name="Google Shape;540;g3e0edb04fb1_0_68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41" name="Google Shape;541;g3e0edb04fb1_0_688"/>
          <p:cNvGrpSpPr/>
          <p:nvPr/>
        </p:nvGrpSpPr>
        <p:grpSpPr>
          <a:xfrm>
            <a:off x="998300" y="1868336"/>
            <a:ext cx="7850818" cy="2922793"/>
            <a:chOff x="998300" y="1868336"/>
            <a:chExt cx="7850818" cy="2922793"/>
          </a:xfrm>
        </p:grpSpPr>
        <p:sp>
          <p:nvSpPr>
            <p:cNvPr id="542" name="Google Shape;542;g3e0edb04fb1_0_688"/>
            <p:cNvSpPr/>
            <p:nvPr/>
          </p:nvSpPr>
          <p:spPr>
            <a:xfrm rot="10800000">
              <a:off x="8809062" y="18683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g3e0edb04fb1_0_688"/>
            <p:cNvSpPr/>
            <p:nvPr/>
          </p:nvSpPr>
          <p:spPr>
            <a:xfrm rot="5400000">
              <a:off x="1198712" y="45506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 name="Google Shape;544;g3e0edb04fb1_0_688"/>
          <p:cNvGrpSpPr/>
          <p:nvPr/>
        </p:nvGrpSpPr>
        <p:grpSpPr>
          <a:xfrm>
            <a:off x="1588038" y="2433589"/>
            <a:ext cx="7438817" cy="2528055"/>
            <a:chOff x="1588038" y="2433589"/>
            <a:chExt cx="7438817" cy="2528055"/>
          </a:xfrm>
        </p:grpSpPr>
        <p:grpSp>
          <p:nvGrpSpPr>
            <p:cNvPr id="545" name="Google Shape;545;g3e0edb04fb1_0_688"/>
            <p:cNvGrpSpPr/>
            <p:nvPr/>
          </p:nvGrpSpPr>
          <p:grpSpPr>
            <a:xfrm>
              <a:off x="8849114" y="2433589"/>
              <a:ext cx="177741" cy="1555069"/>
              <a:chOff x="8535452" y="862252"/>
              <a:chExt cx="177741" cy="1555069"/>
            </a:xfrm>
          </p:grpSpPr>
          <p:sp>
            <p:nvSpPr>
              <p:cNvPr id="546" name="Google Shape;546;g3e0edb04fb1_0_688"/>
              <p:cNvSpPr/>
              <p:nvPr/>
            </p:nvSpPr>
            <p:spPr>
              <a:xfrm rot="10800000">
                <a:off x="8670077" y="8622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g3e0edb04fb1_0_688"/>
              <p:cNvSpPr/>
              <p:nvPr/>
            </p:nvSpPr>
            <p:spPr>
              <a:xfrm rot="10800000">
                <a:off x="8535452"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 name="Google Shape;548;g3e0edb04fb1_0_688"/>
            <p:cNvGrpSpPr/>
            <p:nvPr/>
          </p:nvGrpSpPr>
          <p:grpSpPr>
            <a:xfrm rot="5400000">
              <a:off x="1804739" y="4491002"/>
              <a:ext cx="253941" cy="687344"/>
              <a:chOff x="8459252" y="1335702"/>
              <a:chExt cx="253941" cy="687344"/>
            </a:xfrm>
          </p:grpSpPr>
          <p:sp>
            <p:nvSpPr>
              <p:cNvPr id="549" name="Google Shape;549;g3e0edb04fb1_0_688"/>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g3e0edb04fb1_0_688"/>
              <p:cNvSpPr/>
              <p:nvPr/>
            </p:nvSpPr>
            <p:spPr>
              <a:xfrm rot="10800000">
                <a:off x="8459252" y="13357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1" name="Google Shape;551;g3e0edb04fb1_0_68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2" name="Google Shape;552;g3e0edb04fb1_0_688"/>
          <p:cNvGrpSpPr/>
          <p:nvPr/>
        </p:nvGrpSpPr>
        <p:grpSpPr>
          <a:xfrm>
            <a:off x="-1189524" y="-111325"/>
            <a:ext cx="10408499" cy="5362150"/>
            <a:chOff x="-1189524" y="-111325"/>
            <a:chExt cx="10408499" cy="5362150"/>
          </a:xfrm>
        </p:grpSpPr>
        <p:grpSp>
          <p:nvGrpSpPr>
            <p:cNvPr id="553" name="Google Shape;553;g3e0edb04fb1_0_688"/>
            <p:cNvGrpSpPr/>
            <p:nvPr/>
          </p:nvGrpSpPr>
          <p:grpSpPr>
            <a:xfrm>
              <a:off x="-1189524" y="-111325"/>
              <a:ext cx="10408499" cy="5362150"/>
              <a:chOff x="-1189524" y="-111325"/>
              <a:chExt cx="10408499" cy="5362150"/>
            </a:xfrm>
          </p:grpSpPr>
          <p:sp>
            <p:nvSpPr>
              <p:cNvPr id="554" name="Google Shape;554;g3e0edb04fb1_0_688"/>
              <p:cNvSpPr/>
              <p:nvPr/>
            </p:nvSpPr>
            <p:spPr>
              <a:xfrm>
                <a:off x="8138725" y="-111325"/>
                <a:ext cx="1080250" cy="3643550"/>
              </a:xfrm>
              <a:custGeom>
                <a:avLst/>
                <a:gdLst/>
                <a:ahLst/>
                <a:cxnLst/>
                <a:rect l="l" t="t" r="r" b="b"/>
                <a:pathLst>
                  <a:path w="43210" h="145742" extrusionOk="0">
                    <a:moveTo>
                      <a:pt x="43210" y="145742"/>
                    </a:moveTo>
                    <a:lnTo>
                      <a:pt x="19027" y="121559"/>
                    </a:lnTo>
                    <a:lnTo>
                      <a:pt x="19027" y="73316"/>
                    </a:lnTo>
                    <a:lnTo>
                      <a:pt x="29523" y="62820"/>
                    </a:lnTo>
                    <a:lnTo>
                      <a:pt x="29523" y="27405"/>
                    </a:lnTo>
                    <a:lnTo>
                      <a:pt x="2117" y="0"/>
                    </a:lnTo>
                    <a:lnTo>
                      <a:pt x="0" y="2117"/>
                    </a:lnTo>
                  </a:path>
                </a:pathLst>
              </a:custGeom>
              <a:noFill/>
              <a:ln w="9525" cap="flat" cmpd="sng">
                <a:solidFill>
                  <a:schemeClr val="accent1"/>
                </a:solidFill>
                <a:prstDash val="solid"/>
                <a:round/>
                <a:headEnd type="none" w="med" len="med"/>
                <a:tailEnd type="none" w="med" len="med"/>
              </a:ln>
            </p:spPr>
          </p:sp>
          <p:sp>
            <p:nvSpPr>
              <p:cNvPr id="555" name="Google Shape;555;g3e0edb04fb1_0_688"/>
              <p:cNvSpPr/>
              <p:nvPr/>
            </p:nvSpPr>
            <p:spPr>
              <a:xfrm>
                <a:off x="340625" y="2654525"/>
                <a:ext cx="340625" cy="2596300"/>
              </a:xfrm>
              <a:custGeom>
                <a:avLst/>
                <a:gdLst/>
                <a:ahLst/>
                <a:cxnLst/>
                <a:rect l="l" t="t" r="r" b="b"/>
                <a:pathLst>
                  <a:path w="13625" h="103852" extrusionOk="0">
                    <a:moveTo>
                      <a:pt x="13625" y="103852"/>
                    </a:moveTo>
                    <a:lnTo>
                      <a:pt x="13625" y="82738"/>
                    </a:lnTo>
                    <a:lnTo>
                      <a:pt x="0" y="69112"/>
                    </a:lnTo>
                    <a:lnTo>
                      <a:pt x="0" y="0"/>
                    </a:lnTo>
                  </a:path>
                </a:pathLst>
              </a:custGeom>
              <a:noFill/>
              <a:ln w="9525" cap="flat" cmpd="sng">
                <a:solidFill>
                  <a:schemeClr val="accent1"/>
                </a:solidFill>
                <a:prstDash val="solid"/>
                <a:round/>
                <a:headEnd type="none" w="med" len="med"/>
                <a:tailEnd type="none" w="med" len="med"/>
              </a:ln>
            </p:spPr>
          </p:sp>
          <p:grpSp>
            <p:nvGrpSpPr>
              <p:cNvPr id="556" name="Google Shape;556;g3e0edb04fb1_0_688"/>
              <p:cNvGrpSpPr/>
              <p:nvPr/>
            </p:nvGrpSpPr>
            <p:grpSpPr>
              <a:xfrm>
                <a:off x="-1189524" y="3454365"/>
                <a:ext cx="1530153" cy="273510"/>
                <a:chOff x="-6675" y="2881558"/>
                <a:chExt cx="9140700" cy="2059567"/>
              </a:xfrm>
            </p:grpSpPr>
            <p:cxnSp>
              <p:nvCxnSpPr>
                <p:cNvPr id="557" name="Google Shape;557;g3e0edb04fb1_0_68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58" name="Google Shape;558;g3e0edb04fb1_0_68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59" name="Google Shape;559;g3e0edb04fb1_0_68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60" name="Google Shape;560;g3e0edb04fb1_0_68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61" name="Google Shape;561;g3e0edb04fb1_0_68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562" name="Google Shape;562;g3e0edb04fb1_0_688"/>
            <p:cNvGrpSpPr/>
            <p:nvPr/>
          </p:nvGrpSpPr>
          <p:grpSpPr>
            <a:xfrm rot="5400000">
              <a:off x="2331732" y="4765921"/>
              <a:ext cx="493321" cy="357312"/>
              <a:chOff x="1722354" y="229144"/>
              <a:chExt cx="1748744" cy="1266614"/>
            </a:xfrm>
          </p:grpSpPr>
          <p:sp>
            <p:nvSpPr>
              <p:cNvPr id="563" name="Google Shape;563;g3e0edb04fb1_0_68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g3e0edb04fb1_0_68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565"/>
        <p:cNvGrpSpPr/>
        <p:nvPr/>
      </p:nvGrpSpPr>
      <p:grpSpPr>
        <a:xfrm>
          <a:off x="0" y="0"/>
          <a:ext cx="0" cy="0"/>
          <a:chOff x="0" y="0"/>
          <a:chExt cx="0" cy="0"/>
        </a:xfrm>
      </p:grpSpPr>
      <p:sp>
        <p:nvSpPr>
          <p:cNvPr id="566" name="Google Shape;566;g3e0edb04fb1_0_7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67" name="Google Shape;567;g3e0edb04fb1_0_714"/>
          <p:cNvGrpSpPr/>
          <p:nvPr/>
        </p:nvGrpSpPr>
        <p:grpSpPr>
          <a:xfrm>
            <a:off x="-116589" y="2639527"/>
            <a:ext cx="8996156" cy="1843388"/>
            <a:chOff x="-116589" y="2639527"/>
            <a:chExt cx="8996156" cy="1843388"/>
          </a:xfrm>
        </p:grpSpPr>
        <p:sp>
          <p:nvSpPr>
            <p:cNvPr id="568" name="Google Shape;568;g3e0edb04fb1_0_714"/>
            <p:cNvSpPr/>
            <p:nvPr/>
          </p:nvSpPr>
          <p:spPr>
            <a:xfrm rot="-5400000" flipH="1">
              <a:off x="399500" y="422386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g3e0edb04fb1_0_714"/>
            <p:cNvSpPr/>
            <p:nvPr/>
          </p:nvSpPr>
          <p:spPr>
            <a:xfrm rot="-5400000" flipH="1">
              <a:off x="99350" y="405013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 name="Google Shape;570;g3e0edb04fb1_0_714"/>
            <p:cNvGrpSpPr/>
            <p:nvPr/>
          </p:nvGrpSpPr>
          <p:grpSpPr>
            <a:xfrm rot="10800000" flipH="1">
              <a:off x="8672677" y="2639527"/>
              <a:ext cx="206891" cy="766144"/>
              <a:chOff x="8650702" y="3525402"/>
              <a:chExt cx="206891" cy="766144"/>
            </a:xfrm>
          </p:grpSpPr>
          <p:sp>
            <p:nvSpPr>
              <p:cNvPr id="571" name="Google Shape;571;g3e0edb04fb1_0_71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g3e0edb04fb1_0_71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3" name="Google Shape;573;g3e0edb04fb1_0_714"/>
          <p:cNvGrpSpPr/>
          <p:nvPr/>
        </p:nvGrpSpPr>
        <p:grpSpPr>
          <a:xfrm>
            <a:off x="2729174" y="3358511"/>
            <a:ext cx="6150396" cy="1485586"/>
            <a:chOff x="2729174" y="3358511"/>
            <a:chExt cx="6150396" cy="1485586"/>
          </a:xfrm>
        </p:grpSpPr>
        <p:sp>
          <p:nvSpPr>
            <p:cNvPr id="574" name="Google Shape;574;g3e0edb04fb1_0_714"/>
            <p:cNvSpPr/>
            <p:nvPr/>
          </p:nvSpPr>
          <p:spPr>
            <a:xfrm rot="5400000" flipH="1">
              <a:off x="2929586" y="4603629"/>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g3e0edb04fb1_0_714"/>
            <p:cNvSpPr/>
            <p:nvPr/>
          </p:nvSpPr>
          <p:spPr>
            <a:xfrm rot="10800000" flipH="1">
              <a:off x="8839514" y="33585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g3e0edb04fb1_0_714"/>
          <p:cNvGrpSpPr/>
          <p:nvPr/>
        </p:nvGrpSpPr>
        <p:grpSpPr>
          <a:xfrm>
            <a:off x="-1381309" y="-1875175"/>
            <a:ext cx="10981145" cy="7138447"/>
            <a:chOff x="-1381309" y="-1875175"/>
            <a:chExt cx="10981145" cy="7138447"/>
          </a:xfrm>
        </p:grpSpPr>
        <p:sp>
          <p:nvSpPr>
            <p:cNvPr id="577" name="Google Shape;577;g3e0edb04fb1_0_714"/>
            <p:cNvSpPr/>
            <p:nvPr/>
          </p:nvSpPr>
          <p:spPr>
            <a:xfrm rot="10800000" flipH="1">
              <a:off x="-1381309" y="4693337"/>
              <a:ext cx="3801167" cy="569934"/>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578" name="Google Shape;578;g3e0edb04fb1_0_714"/>
            <p:cNvGrpSpPr/>
            <p:nvPr/>
          </p:nvGrpSpPr>
          <p:grpSpPr>
            <a:xfrm>
              <a:off x="8229051" y="-1875175"/>
              <a:ext cx="1370785" cy="4060574"/>
              <a:chOff x="8229051" y="-1875175"/>
              <a:chExt cx="1370785" cy="4060574"/>
            </a:xfrm>
          </p:grpSpPr>
          <p:grpSp>
            <p:nvGrpSpPr>
              <p:cNvPr id="579" name="Google Shape;579;g3e0edb04fb1_0_714"/>
              <p:cNvGrpSpPr/>
              <p:nvPr/>
            </p:nvGrpSpPr>
            <p:grpSpPr>
              <a:xfrm>
                <a:off x="8229051" y="-1875175"/>
                <a:ext cx="914953" cy="4060574"/>
                <a:chOff x="8229051" y="-1875175"/>
                <a:chExt cx="914953" cy="4060574"/>
              </a:xfrm>
            </p:grpSpPr>
            <p:grpSp>
              <p:nvGrpSpPr>
                <p:cNvPr id="580" name="Google Shape;580;g3e0edb04fb1_0_714"/>
                <p:cNvGrpSpPr/>
                <p:nvPr/>
              </p:nvGrpSpPr>
              <p:grpSpPr>
                <a:xfrm rot="-5400000">
                  <a:off x="8480363" y="1760083"/>
                  <a:ext cx="493321" cy="357312"/>
                  <a:chOff x="1722354" y="229144"/>
                  <a:chExt cx="1748744" cy="1266614"/>
                </a:xfrm>
              </p:grpSpPr>
              <p:sp>
                <p:nvSpPr>
                  <p:cNvPr id="581" name="Google Shape;581;g3e0edb04fb1_0_71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g3e0edb04fb1_0_71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 name="Google Shape;583;g3e0edb04fb1_0_714"/>
                <p:cNvSpPr/>
                <p:nvPr/>
              </p:nvSpPr>
              <p:spPr>
                <a:xfrm>
                  <a:off x="8229051" y="-1875175"/>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grpSp>
            <p:nvGrpSpPr>
              <p:cNvPr id="584" name="Google Shape;584;g3e0edb04fb1_0_714"/>
              <p:cNvGrpSpPr/>
              <p:nvPr/>
            </p:nvGrpSpPr>
            <p:grpSpPr>
              <a:xfrm rot="10800000">
                <a:off x="8634578" y="861419"/>
                <a:ext cx="965258" cy="273510"/>
                <a:chOff x="-6675" y="2881558"/>
                <a:chExt cx="9140700" cy="2059567"/>
              </a:xfrm>
            </p:grpSpPr>
            <p:cxnSp>
              <p:nvCxnSpPr>
                <p:cNvPr id="585" name="Google Shape;585;g3e0edb04fb1_0_71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6" name="Google Shape;586;g3e0edb04fb1_0_71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7" name="Google Shape;587;g3e0edb04fb1_0_71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8" name="Google Shape;588;g3e0edb04fb1_0_71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9" name="Google Shape;589;g3e0edb04fb1_0_71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sp>
        <p:nvSpPr>
          <p:cNvPr id="590" name="Google Shape;590;g3e0edb04fb1_0_714"/>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591"/>
        <p:cNvGrpSpPr/>
        <p:nvPr/>
      </p:nvGrpSpPr>
      <p:grpSpPr>
        <a:xfrm>
          <a:off x="0" y="0"/>
          <a:ext cx="0" cy="0"/>
          <a:chOff x="0" y="0"/>
          <a:chExt cx="0" cy="0"/>
        </a:xfrm>
      </p:grpSpPr>
      <p:sp>
        <p:nvSpPr>
          <p:cNvPr id="592" name="Google Shape;592;g3e0edb04fb1_0_740"/>
          <p:cNvSpPr txBox="1">
            <a:spLocks noGrp="1"/>
          </p:cNvSpPr>
          <p:nvPr>
            <p:ph type="title"/>
          </p:nvPr>
        </p:nvSpPr>
        <p:spPr>
          <a:xfrm>
            <a:off x="1098475" y="834600"/>
            <a:ext cx="4448100" cy="970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4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3" name="Google Shape;593;g3e0edb04fb1_0_740"/>
          <p:cNvSpPr txBox="1">
            <a:spLocks noGrp="1"/>
          </p:cNvSpPr>
          <p:nvPr>
            <p:ph type="subTitle" idx="1"/>
          </p:nvPr>
        </p:nvSpPr>
        <p:spPr>
          <a:xfrm>
            <a:off x="1098425" y="1805100"/>
            <a:ext cx="44481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94" name="Google Shape;594;g3e0edb04fb1_0_740"/>
          <p:cNvSpPr txBox="1"/>
          <p:nvPr/>
        </p:nvSpPr>
        <p:spPr>
          <a:xfrm>
            <a:off x="1098425" y="3459550"/>
            <a:ext cx="49458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GB" sz="1200" b="1">
                <a:solidFill>
                  <a:schemeClr val="dk1"/>
                </a:solidFill>
                <a:latin typeface="Hanken Grotesk"/>
                <a:ea typeface="Hanken Grotesk"/>
                <a:cs typeface="Hanken Grotesk"/>
                <a:sym typeface="Hanken Grotesk"/>
              </a:rPr>
              <a:t>CREDITS:</a:t>
            </a:r>
            <a:r>
              <a:rPr lang="en-GB" sz="1200">
                <a:solidFill>
                  <a:schemeClr val="dk1"/>
                </a:solidFill>
                <a:latin typeface="Hanken Grotesk"/>
                <a:ea typeface="Hanken Grotesk"/>
                <a:cs typeface="Hanken Grotesk"/>
                <a:sym typeface="Hanken Grotesk"/>
              </a:rPr>
              <a:t> This presentation template was created by </a:t>
            </a:r>
            <a:r>
              <a:rPr lang="en-GB" sz="1200"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GB" sz="1200">
                <a:solidFill>
                  <a:schemeClr val="dk1"/>
                </a:solidFill>
                <a:latin typeface="Hanken Grotesk"/>
                <a:ea typeface="Hanken Grotesk"/>
                <a:cs typeface="Hanken Grotesk"/>
                <a:sym typeface="Hanken Grotesk"/>
              </a:rPr>
              <a:t>, and includes icons by </a:t>
            </a:r>
            <a:r>
              <a:rPr lang="en-GB" sz="12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Flaticon</a:t>
            </a:r>
            <a:r>
              <a:rPr lang="en-GB" sz="1200">
                <a:solidFill>
                  <a:schemeClr val="dk1"/>
                </a:solidFill>
                <a:latin typeface="Hanken Grotesk"/>
                <a:ea typeface="Hanken Grotesk"/>
                <a:cs typeface="Hanken Grotesk"/>
                <a:sym typeface="Hanken Grotesk"/>
              </a:rPr>
              <a:t>, and infographics &amp; images by </a:t>
            </a:r>
            <a:r>
              <a:rPr lang="en-GB" sz="1200"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Freepik</a:t>
            </a:r>
            <a:r>
              <a:rPr lang="en-GB" sz="1200" u="sng">
                <a:solidFill>
                  <a:schemeClr val="dk1"/>
                </a:solidFill>
                <a:latin typeface="Hanken Grotesk"/>
                <a:ea typeface="Hanken Grotesk"/>
                <a:cs typeface="Hanken Grotesk"/>
                <a:sym typeface="Hanken Grotesk"/>
              </a:rPr>
              <a:t> </a:t>
            </a:r>
            <a:endParaRPr sz="1200" b="1" u="sng">
              <a:solidFill>
                <a:schemeClr val="dk1"/>
              </a:solidFill>
              <a:latin typeface="Hanken Grotesk"/>
              <a:ea typeface="Hanken Grotesk"/>
              <a:cs typeface="Hanken Grotesk"/>
              <a:sym typeface="Hanken Grotesk"/>
            </a:endParaRPr>
          </a:p>
        </p:txBody>
      </p:sp>
      <p:sp>
        <p:nvSpPr>
          <p:cNvPr id="595" name="Google Shape;595;g3e0edb04fb1_0_740"/>
          <p:cNvSpPr/>
          <p:nvPr/>
        </p:nvSpPr>
        <p:spPr>
          <a:xfrm rot="5400000">
            <a:off x="8249111" y="175373"/>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 name="Google Shape;596;g3e0edb04fb1_0_740"/>
          <p:cNvGrpSpPr/>
          <p:nvPr/>
        </p:nvGrpSpPr>
        <p:grpSpPr>
          <a:xfrm>
            <a:off x="-563925" y="0"/>
            <a:ext cx="7843827" cy="1111343"/>
            <a:chOff x="-563925" y="0"/>
            <a:chExt cx="7843827" cy="1111343"/>
          </a:xfrm>
        </p:grpSpPr>
        <p:grpSp>
          <p:nvGrpSpPr>
            <p:cNvPr id="597" name="Google Shape;597;g3e0edb04fb1_0_740"/>
            <p:cNvGrpSpPr/>
            <p:nvPr/>
          </p:nvGrpSpPr>
          <p:grpSpPr>
            <a:xfrm rot="5400000">
              <a:off x="6576232" y="-80607"/>
              <a:ext cx="247278" cy="1160062"/>
              <a:chOff x="1463894" y="1434556"/>
              <a:chExt cx="247278" cy="1160062"/>
            </a:xfrm>
          </p:grpSpPr>
          <p:sp>
            <p:nvSpPr>
              <p:cNvPr id="598" name="Google Shape;598;g3e0edb04fb1_0_74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g3e0edb04fb1_0_74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g3e0edb04fb1_0_740"/>
            <p:cNvGrpSpPr/>
            <p:nvPr/>
          </p:nvGrpSpPr>
          <p:grpSpPr>
            <a:xfrm>
              <a:off x="-563925" y="0"/>
              <a:ext cx="1111343" cy="1111343"/>
              <a:chOff x="8307725" y="278700"/>
              <a:chExt cx="1111343" cy="1111343"/>
            </a:xfrm>
          </p:grpSpPr>
          <p:sp>
            <p:nvSpPr>
              <p:cNvPr id="601" name="Google Shape;601;g3e0edb04fb1_0_740"/>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g3e0edb04fb1_0_740"/>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03"/>
        <p:cNvGrpSpPr/>
        <p:nvPr/>
      </p:nvGrpSpPr>
      <p:grpSpPr>
        <a:xfrm>
          <a:off x="0" y="0"/>
          <a:ext cx="0" cy="0"/>
          <a:chOff x="0" y="0"/>
          <a:chExt cx="0" cy="0"/>
        </a:xfrm>
      </p:grpSpPr>
      <p:grpSp>
        <p:nvGrpSpPr>
          <p:cNvPr id="604" name="Google Shape;604;g3e0edb04fb1_0_752"/>
          <p:cNvGrpSpPr/>
          <p:nvPr/>
        </p:nvGrpSpPr>
        <p:grpSpPr>
          <a:xfrm>
            <a:off x="247028" y="2099252"/>
            <a:ext cx="8667366" cy="1707744"/>
            <a:chOff x="247028" y="2099252"/>
            <a:chExt cx="8667366" cy="1707744"/>
          </a:xfrm>
        </p:grpSpPr>
        <p:sp>
          <p:nvSpPr>
            <p:cNvPr id="605" name="Google Shape;605;g3e0edb04fb1_0_752"/>
            <p:cNvSpPr/>
            <p:nvPr/>
          </p:nvSpPr>
          <p:spPr>
            <a:xfrm rot="10800000" flipH="1">
              <a:off x="410803" y="20992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g3e0edb04fb1_0_752"/>
            <p:cNvSpPr/>
            <p:nvPr/>
          </p:nvSpPr>
          <p:spPr>
            <a:xfrm rot="10800000" flipH="1">
              <a:off x="247028" y="2390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7" name="Google Shape;607;g3e0edb04fb1_0_752"/>
            <p:cNvGrpSpPr/>
            <p:nvPr/>
          </p:nvGrpSpPr>
          <p:grpSpPr>
            <a:xfrm flipH="1">
              <a:off x="8707503" y="3040852"/>
              <a:ext cx="206891" cy="766144"/>
              <a:chOff x="8650702" y="3525402"/>
              <a:chExt cx="206891" cy="766144"/>
            </a:xfrm>
          </p:grpSpPr>
          <p:sp>
            <p:nvSpPr>
              <p:cNvPr id="608" name="Google Shape;608;g3e0edb04fb1_0_752"/>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g3e0edb04fb1_0_752"/>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0" name="Google Shape;610;g3e0edb04fb1_0_752"/>
          <p:cNvGrpSpPr/>
          <p:nvPr/>
        </p:nvGrpSpPr>
        <p:grpSpPr>
          <a:xfrm>
            <a:off x="-796767" y="-1090158"/>
            <a:ext cx="11445399" cy="6549695"/>
            <a:chOff x="-796767" y="-1090158"/>
            <a:chExt cx="11445399" cy="6549695"/>
          </a:xfrm>
        </p:grpSpPr>
        <p:sp>
          <p:nvSpPr>
            <p:cNvPr id="611" name="Google Shape;611;g3e0edb04fb1_0_752"/>
            <p:cNvSpPr/>
            <p:nvPr/>
          </p:nvSpPr>
          <p:spPr>
            <a:xfrm rot="5400000" flipH="1">
              <a:off x="-365574" y="-1521350"/>
              <a:ext cx="1470082" cy="2332467"/>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612" name="Google Shape;612;g3e0edb04fb1_0_752"/>
            <p:cNvGrpSpPr/>
            <p:nvPr/>
          </p:nvGrpSpPr>
          <p:grpSpPr>
            <a:xfrm rot="10800000">
              <a:off x="11" y="108546"/>
              <a:ext cx="493321" cy="357312"/>
              <a:chOff x="1722354" y="229144"/>
              <a:chExt cx="1748744" cy="1266614"/>
            </a:xfrm>
          </p:grpSpPr>
          <p:sp>
            <p:nvSpPr>
              <p:cNvPr id="613" name="Google Shape;613;g3e0edb04fb1_0_752"/>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g3e0edb04fb1_0_752"/>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g3e0edb04fb1_0_752"/>
            <p:cNvSpPr/>
            <p:nvPr/>
          </p:nvSpPr>
          <p:spPr>
            <a:xfrm rot="-5400000" flipH="1">
              <a:off x="8788045" y="3598950"/>
              <a:ext cx="870400" cy="285077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616" name="Google Shape;616;g3e0edb04fb1_0_752"/>
            <p:cNvGrpSpPr/>
            <p:nvPr/>
          </p:nvGrpSpPr>
          <p:grpSpPr>
            <a:xfrm rot="-5400000" flipH="1">
              <a:off x="8489086" y="4163846"/>
              <a:ext cx="493321" cy="357312"/>
              <a:chOff x="1722354" y="229144"/>
              <a:chExt cx="1748744" cy="1266614"/>
            </a:xfrm>
          </p:grpSpPr>
          <p:sp>
            <p:nvSpPr>
              <p:cNvPr id="617" name="Google Shape;617;g3e0edb04fb1_0_752"/>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g3e0edb04fb1_0_752"/>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g3e0edb04fb1_0_752"/>
            <p:cNvGrpSpPr/>
            <p:nvPr/>
          </p:nvGrpSpPr>
          <p:grpSpPr>
            <a:xfrm rot="5400000" flipH="1">
              <a:off x="765337" y="-239460"/>
              <a:ext cx="965258" cy="273510"/>
              <a:chOff x="-6675" y="2881558"/>
              <a:chExt cx="9140700" cy="2059567"/>
            </a:xfrm>
          </p:grpSpPr>
          <p:cxnSp>
            <p:nvCxnSpPr>
              <p:cNvPr id="620" name="Google Shape;620;g3e0edb04fb1_0_752"/>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1" name="Google Shape;621;g3e0edb04fb1_0_752"/>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2" name="Google Shape;622;g3e0edb04fb1_0_752"/>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3" name="Google Shape;623;g3e0edb04fb1_0_752"/>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4" name="Google Shape;624;g3e0edb04fb1_0_752"/>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625" name="Google Shape;625;g3e0edb04fb1_0_752"/>
          <p:cNvGrpSpPr/>
          <p:nvPr/>
        </p:nvGrpSpPr>
        <p:grpSpPr>
          <a:xfrm>
            <a:off x="248565" y="1658361"/>
            <a:ext cx="8665831" cy="946305"/>
            <a:chOff x="248565" y="1658361"/>
            <a:chExt cx="8665831" cy="946305"/>
          </a:xfrm>
        </p:grpSpPr>
        <p:sp>
          <p:nvSpPr>
            <p:cNvPr id="626" name="Google Shape;626;g3e0edb04fb1_0_752"/>
            <p:cNvSpPr/>
            <p:nvPr/>
          </p:nvSpPr>
          <p:spPr>
            <a:xfrm rot="10800000" flipH="1">
              <a:off x="248565" y="16583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g3e0edb04fb1_0_752"/>
            <p:cNvSpPr/>
            <p:nvPr/>
          </p:nvSpPr>
          <p:spPr>
            <a:xfrm flipH="1">
              <a:off x="8874340" y="216378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g3e0edb04fb1_0_752"/>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29"/>
        <p:cNvGrpSpPr/>
        <p:nvPr/>
      </p:nvGrpSpPr>
      <p:grpSpPr>
        <a:xfrm>
          <a:off x="0" y="0"/>
          <a:ext cx="0" cy="0"/>
          <a:chOff x="0" y="0"/>
          <a:chExt cx="0" cy="0"/>
        </a:xfrm>
      </p:grpSpPr>
      <p:grpSp>
        <p:nvGrpSpPr>
          <p:cNvPr id="630" name="Google Shape;630;g3e0edb04fb1_0_778"/>
          <p:cNvGrpSpPr/>
          <p:nvPr/>
        </p:nvGrpSpPr>
        <p:grpSpPr>
          <a:xfrm>
            <a:off x="248752" y="491529"/>
            <a:ext cx="8669349" cy="4596267"/>
            <a:chOff x="188277" y="445029"/>
            <a:chExt cx="8669349" cy="4596267"/>
          </a:xfrm>
        </p:grpSpPr>
        <p:sp>
          <p:nvSpPr>
            <p:cNvPr id="631" name="Google Shape;631;g3e0edb04fb1_0_778"/>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g3e0edb04fb1_0_778"/>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g3e0edb04fb1_0_778"/>
            <p:cNvGrpSpPr/>
            <p:nvPr/>
          </p:nvGrpSpPr>
          <p:grpSpPr>
            <a:xfrm>
              <a:off x="188277" y="4275152"/>
              <a:ext cx="206891" cy="766144"/>
              <a:chOff x="8650702" y="3525402"/>
              <a:chExt cx="206891" cy="766144"/>
            </a:xfrm>
          </p:grpSpPr>
          <p:sp>
            <p:nvSpPr>
              <p:cNvPr id="634" name="Google Shape;634;g3e0edb04fb1_0_778"/>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g3e0edb04fb1_0_778"/>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6" name="Google Shape;636;g3e0edb04fb1_0_778"/>
          <p:cNvGrpSpPr/>
          <p:nvPr/>
        </p:nvGrpSpPr>
        <p:grpSpPr>
          <a:xfrm>
            <a:off x="315625" y="1279781"/>
            <a:ext cx="8602485" cy="1562434"/>
            <a:chOff x="174750" y="1380581"/>
            <a:chExt cx="8602485" cy="1562434"/>
          </a:xfrm>
        </p:grpSpPr>
        <p:sp>
          <p:nvSpPr>
            <p:cNvPr id="637" name="Google Shape;637;g3e0edb04fb1_0_778"/>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g3e0edb04fb1_0_778"/>
            <p:cNvSpPr/>
            <p:nvPr/>
          </p:nvSpPr>
          <p:spPr>
            <a:xfrm rot="10800000">
              <a:off x="174750" y="25021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g3e0edb04fb1_0_778"/>
          <p:cNvGrpSpPr/>
          <p:nvPr/>
        </p:nvGrpSpPr>
        <p:grpSpPr>
          <a:xfrm>
            <a:off x="355673" y="-567309"/>
            <a:ext cx="8751502" cy="5946659"/>
            <a:chOff x="251623" y="-534009"/>
            <a:chExt cx="8751502" cy="5946659"/>
          </a:xfrm>
        </p:grpSpPr>
        <p:grpSp>
          <p:nvGrpSpPr>
            <p:cNvPr id="640" name="Google Shape;640;g3e0edb04fb1_0_778"/>
            <p:cNvGrpSpPr/>
            <p:nvPr/>
          </p:nvGrpSpPr>
          <p:grpSpPr>
            <a:xfrm rot="10800000">
              <a:off x="251623" y="3645746"/>
              <a:ext cx="493321" cy="357312"/>
              <a:chOff x="1722354" y="229144"/>
              <a:chExt cx="1748744" cy="1266614"/>
            </a:xfrm>
          </p:grpSpPr>
          <p:sp>
            <p:nvSpPr>
              <p:cNvPr id="641" name="Google Shape;641;g3e0edb04fb1_0_77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g3e0edb04fb1_0_77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g3e0edb04fb1_0_778"/>
            <p:cNvGrpSpPr/>
            <p:nvPr/>
          </p:nvGrpSpPr>
          <p:grpSpPr>
            <a:xfrm rot="5400000" flipH="1">
              <a:off x="7247712" y="-188135"/>
              <a:ext cx="965258" cy="273510"/>
              <a:chOff x="-6675" y="2881558"/>
              <a:chExt cx="9140700" cy="2059567"/>
            </a:xfrm>
          </p:grpSpPr>
          <p:cxnSp>
            <p:nvCxnSpPr>
              <p:cNvPr id="644" name="Google Shape;644;g3e0edb04fb1_0_77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5" name="Google Shape;645;g3e0edb04fb1_0_77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6" name="Google Shape;646;g3e0edb04fb1_0_77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7" name="Google Shape;647;g3e0edb04fb1_0_77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8" name="Google Shape;648;g3e0edb04fb1_0_77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49" name="Google Shape;649;g3e0edb04fb1_0_778"/>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650" name="Google Shape;650;g3e0edb04fb1_0_778"/>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sp>
        <p:nvSpPr>
          <p:cNvPr id="651" name="Google Shape;651;g3e0edb04fb1_0_77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g3e0edb04fb1_0_154"/>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Raleway Black"/>
              <a:buNone/>
              <a:defRPr sz="26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g3e0edb04fb1_0_154"/>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2"/>
          <p:cNvSpPr txBox="1"/>
          <p:nvPr/>
        </p:nvSpPr>
        <p:spPr>
          <a:xfrm>
            <a:off x="584900" y="2045850"/>
            <a:ext cx="7408800" cy="173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000"/>
              </a:spcBef>
              <a:spcAft>
                <a:spcPts val="0"/>
              </a:spcAft>
              <a:buClr>
                <a:schemeClr val="dk1"/>
              </a:buClr>
              <a:buSzPts val="1100"/>
              <a:buFont typeface="Arial"/>
              <a:buNone/>
            </a:pPr>
            <a:r>
              <a:rPr lang="en-GB" sz="2400" b="1" i="0" u="none" strike="noStrike" cap="none">
                <a:solidFill>
                  <a:schemeClr val="dk1"/>
                </a:solidFill>
                <a:latin typeface="Lato"/>
                <a:ea typeface="Lato"/>
                <a:cs typeface="Lato"/>
                <a:sym typeface="Lato"/>
              </a:rPr>
              <a:t>IT Ticket Analysis</a:t>
            </a:r>
            <a:endParaRPr sz="2400" b="1" i="0" u="none" strike="noStrike" cap="none">
              <a:solidFill>
                <a:schemeClr val="dk1"/>
              </a:solidFill>
              <a:latin typeface="Lato"/>
              <a:ea typeface="Lato"/>
              <a:cs typeface="Lato"/>
              <a:sym typeface="Lato"/>
            </a:endParaRPr>
          </a:p>
          <a:p>
            <a:pPr marL="0" marR="0" lvl="0" indent="0" algn="l" rtl="0">
              <a:lnSpc>
                <a:spcPct val="100000"/>
              </a:lnSpc>
              <a:spcBef>
                <a:spcPts val="1000"/>
              </a:spcBef>
              <a:spcAft>
                <a:spcPts val="0"/>
              </a:spcAft>
              <a:buClr>
                <a:schemeClr val="dk1"/>
              </a:buClr>
              <a:buSzPts val="1100"/>
              <a:buFont typeface="Arial"/>
              <a:buNone/>
            </a:pPr>
            <a:endParaRPr sz="2400" b="1">
              <a:solidFill>
                <a:schemeClr val="dk1"/>
              </a:solidFill>
              <a:latin typeface="Lato"/>
              <a:ea typeface="Lato"/>
              <a:cs typeface="Lato"/>
              <a:sym typeface="Lato"/>
            </a:endParaRPr>
          </a:p>
          <a:p>
            <a:pPr marL="457200" marR="0" lvl="0" indent="457200" algn="l" rtl="0">
              <a:lnSpc>
                <a:spcPct val="100000"/>
              </a:lnSpc>
              <a:spcBef>
                <a:spcPts val="1000"/>
              </a:spcBef>
              <a:spcAft>
                <a:spcPts val="0"/>
              </a:spcAft>
              <a:buClr>
                <a:schemeClr val="dk1"/>
              </a:buClr>
              <a:buSzPts val="1100"/>
              <a:buFont typeface="Arial"/>
              <a:buNone/>
            </a:pPr>
            <a:r>
              <a:rPr lang="en-GB" i="1">
                <a:solidFill>
                  <a:schemeClr val="dk1"/>
                </a:solidFill>
                <a:latin typeface="Lato"/>
                <a:ea typeface="Lato"/>
                <a:cs typeface="Lato"/>
                <a:sym typeface="Lato"/>
              </a:rPr>
              <a:t>- By Jemish Mangukiya </a:t>
            </a:r>
            <a:endParaRPr i="1">
              <a:solidFill>
                <a:schemeClr val="dk1"/>
              </a:solidFill>
              <a:latin typeface="Lato"/>
              <a:ea typeface="Lato"/>
              <a:cs typeface="Lato"/>
              <a:sym typeface="Lato"/>
            </a:endParaRPr>
          </a:p>
          <a:p>
            <a:pPr marL="457200" marR="0" lvl="0" indent="457200" algn="l" rtl="0">
              <a:lnSpc>
                <a:spcPct val="100000"/>
              </a:lnSpc>
              <a:spcBef>
                <a:spcPts val="1000"/>
              </a:spcBef>
              <a:spcAft>
                <a:spcPts val="0"/>
              </a:spcAft>
              <a:buClr>
                <a:schemeClr val="dk1"/>
              </a:buClr>
              <a:buSzPts val="1100"/>
              <a:buFont typeface="Arial"/>
              <a:buNone/>
            </a:pPr>
            <a:r>
              <a:rPr lang="en-GB" i="1">
                <a:solidFill>
                  <a:schemeClr val="dk1"/>
                </a:solidFill>
                <a:latin typeface="Lato"/>
                <a:ea typeface="Lato"/>
                <a:cs typeface="Lato"/>
                <a:sym typeface="Lato"/>
              </a:rPr>
              <a:t>  13</a:t>
            </a:r>
            <a:r>
              <a:rPr lang="en-GB" i="1" baseline="30000">
                <a:solidFill>
                  <a:schemeClr val="dk1"/>
                </a:solidFill>
                <a:latin typeface="Lato"/>
                <a:ea typeface="Lato"/>
                <a:cs typeface="Lato"/>
                <a:sym typeface="Lato"/>
              </a:rPr>
              <a:t>th</a:t>
            </a:r>
            <a:r>
              <a:rPr lang="en-GB" i="1">
                <a:solidFill>
                  <a:schemeClr val="dk1"/>
                </a:solidFill>
                <a:latin typeface="Lato"/>
                <a:ea typeface="Lato"/>
                <a:cs typeface="Lato"/>
                <a:sym typeface="Lato"/>
              </a:rPr>
              <a:t> May, 2026</a:t>
            </a:r>
            <a:endParaRPr i="1">
              <a:solidFill>
                <a:schemeClr val="dk1"/>
              </a:solidFill>
              <a:latin typeface="Lato"/>
              <a:ea typeface="Lato"/>
              <a:cs typeface="Lato"/>
              <a:sym typeface="Lato"/>
            </a:endParaRPr>
          </a:p>
        </p:txBody>
      </p:sp>
      <p:pic>
        <p:nvPicPr>
          <p:cNvPr id="657" name="Google Shape;657;p2" descr="IT Support Helpdesk Image."/>
          <p:cNvPicPr preferRelativeResize="0"/>
          <p:nvPr/>
        </p:nvPicPr>
        <p:blipFill rotWithShape="1">
          <a:blip r:embed="rId3">
            <a:alphaModFix/>
          </a:blip>
          <a:srcRect l="9690" t="22681" r="-9690" b="7271"/>
          <a:stretch/>
        </p:blipFill>
        <p:spPr>
          <a:xfrm>
            <a:off x="3876200" y="749675"/>
            <a:ext cx="4333626" cy="3035565"/>
          </a:xfrm>
          <a:prstGeom prst="rect">
            <a:avLst/>
          </a:prstGeom>
          <a:noFill/>
          <a:ln>
            <a:noFill/>
          </a:ln>
          <a:effectLst>
            <a:reflection stA="15000" endPos="30000" fadeDir="5400012"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3" name="Google Shape;663;p3"/>
          <p:cNvSpPr txBox="1"/>
          <p:nvPr/>
        </p:nvSpPr>
        <p:spPr>
          <a:xfrm>
            <a:off x="526775" y="677142"/>
            <a:ext cx="5023817" cy="454250"/>
          </a:xfrm>
          <a:prstGeom prst="rect">
            <a:avLst/>
          </a:prstGeom>
          <a:noFill/>
          <a:ln>
            <a:noFill/>
          </a:ln>
        </p:spPr>
        <p:txBody>
          <a:bodyPr spcFirstLastPara="1" wrap="square" lIns="91425" tIns="45700" rIns="91425" bIns="45700" anchor="b" anchorCtr="0">
            <a:noAutofit/>
          </a:bodyPr>
          <a:lstStyle/>
          <a:p>
            <a:pPr>
              <a:buSzPts val="2400"/>
            </a:pPr>
            <a:r>
              <a:rPr lang="en-GB" sz="2300" b="1">
                <a:solidFill>
                  <a:schemeClr val="accent3">
                    <a:lumMod val="95000"/>
                  </a:schemeClr>
                </a:solidFill>
                <a:latin typeface="Times New Roman"/>
                <a:ea typeface="Lato"/>
                <a:cs typeface="Times New Roman"/>
                <a:sym typeface="Lato"/>
              </a:rPr>
              <a:t>What is IT Tickets? </a:t>
            </a:r>
            <a:endParaRPr lang="en-US" sz="2200">
              <a:solidFill>
                <a:schemeClr val="accent3">
                  <a:lumMod val="95000"/>
                </a:schemeClr>
              </a:solidFill>
              <a:latin typeface="Times New Roman"/>
              <a:ea typeface="Lato"/>
              <a:cs typeface="Times New Roman"/>
            </a:endParaRPr>
          </a:p>
        </p:txBody>
      </p:sp>
      <p:sp>
        <p:nvSpPr>
          <p:cNvPr id="3" name="TextBox 2">
            <a:extLst>
              <a:ext uri="{FF2B5EF4-FFF2-40B4-BE49-F238E27FC236}">
                <a16:creationId xmlns:a16="http://schemas.microsoft.com/office/drawing/2014/main" id="{6E1E1DFD-7670-48AE-46D7-3B00AB2FC61E}"/>
              </a:ext>
            </a:extLst>
          </p:cNvPr>
          <p:cNvSpPr txBox="1"/>
          <p:nvPr/>
        </p:nvSpPr>
        <p:spPr>
          <a:xfrm>
            <a:off x="529167" y="1280584"/>
            <a:ext cx="4572000" cy="6924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300" b="0" i="0" u="none" strike="noStrike">
                <a:solidFill>
                  <a:schemeClr val="accent3">
                    <a:lumMod val="95000"/>
                  </a:schemeClr>
                </a:solidFill>
                <a:latin typeface="Times New Roman"/>
                <a:ea typeface="Lato"/>
                <a:cs typeface="Times New Roman"/>
              </a:rPr>
              <a:t>An IT Ticket is </a:t>
            </a:r>
            <a:r>
              <a:rPr lang="en-US" sz="1300">
                <a:solidFill>
                  <a:schemeClr val="accent3">
                    <a:lumMod val="95000"/>
                  </a:schemeClr>
                </a:solidFill>
                <a:latin typeface="Times New Roman"/>
                <a:ea typeface="Lato"/>
                <a:cs typeface="Times New Roman"/>
              </a:rPr>
              <a:t>a</a:t>
            </a:r>
            <a:r>
              <a:rPr lang="en-US" sz="1300" b="0" i="0" u="none" strike="noStrike">
                <a:solidFill>
                  <a:schemeClr val="accent3">
                    <a:lumMod val="95000"/>
                  </a:schemeClr>
                </a:solidFill>
                <a:latin typeface="Times New Roman"/>
                <a:ea typeface="Lato"/>
                <a:cs typeface="Times New Roman"/>
              </a:rPr>
              <a:t> record or a document which is issued by an IT support system to track the request made for issues related to technology </a:t>
            </a:r>
            <a:r>
              <a:rPr lang="en-US" sz="1300">
                <a:solidFill>
                  <a:schemeClr val="accent3">
                    <a:lumMod val="95000"/>
                  </a:schemeClr>
                </a:solidFill>
                <a:latin typeface="Times New Roman"/>
                <a:ea typeface="Lato"/>
                <a:cs typeface="Times New Roman"/>
              </a:rPr>
              <a:t>or services</a:t>
            </a:r>
            <a:r>
              <a:rPr lang="en-US" sz="1300" b="0" i="0" u="none" strike="noStrike">
                <a:solidFill>
                  <a:schemeClr val="accent3">
                    <a:lumMod val="95000"/>
                  </a:schemeClr>
                </a:solidFill>
                <a:latin typeface="Times New Roman"/>
                <a:ea typeface="Lato"/>
                <a:cs typeface="Times New Roman"/>
              </a:rPr>
              <a:t>.</a:t>
            </a:r>
            <a:endParaRPr lang="en-US"/>
          </a:p>
        </p:txBody>
      </p:sp>
      <p:pic>
        <p:nvPicPr>
          <p:cNvPr id="4" name="Picture 3" descr="A blue and black icon with a wrench and a piece of paper&#10;&#10;AI-generated content may be incorrect.">
            <a:extLst>
              <a:ext uri="{FF2B5EF4-FFF2-40B4-BE49-F238E27FC236}">
                <a16:creationId xmlns:a16="http://schemas.microsoft.com/office/drawing/2014/main" id="{909668D3-3A41-7C72-CD78-9C7EF258CA14}"/>
              </a:ext>
            </a:extLst>
          </p:cNvPr>
          <p:cNvPicPr>
            <a:picLocks noChangeAspect="1"/>
          </p:cNvPicPr>
          <p:nvPr/>
        </p:nvPicPr>
        <p:blipFill>
          <a:blip r:embed="rId3"/>
          <a:stretch>
            <a:fillRect/>
          </a:stretch>
        </p:blipFill>
        <p:spPr>
          <a:xfrm>
            <a:off x="5704417" y="518584"/>
            <a:ext cx="1545168" cy="1524000"/>
          </a:xfrm>
          <a:prstGeom prst="rect">
            <a:avLst/>
          </a:prstGeom>
        </p:spPr>
      </p:pic>
      <p:sp>
        <p:nvSpPr>
          <p:cNvPr id="2" name="Google Shape;663;p3">
            <a:extLst>
              <a:ext uri="{FF2B5EF4-FFF2-40B4-BE49-F238E27FC236}">
                <a16:creationId xmlns:a16="http://schemas.microsoft.com/office/drawing/2014/main" id="{ED7E3D01-0003-2AD6-9B22-A0D8F09A2D82}"/>
              </a:ext>
            </a:extLst>
          </p:cNvPr>
          <p:cNvSpPr txBox="1"/>
          <p:nvPr/>
        </p:nvSpPr>
        <p:spPr>
          <a:xfrm>
            <a:off x="526774" y="3132475"/>
            <a:ext cx="3256400" cy="454249"/>
          </a:xfrm>
          <a:prstGeom prst="rect">
            <a:avLst/>
          </a:prstGeom>
          <a:noFill/>
          <a:ln>
            <a:noFill/>
          </a:ln>
        </p:spPr>
        <p:txBody>
          <a:bodyPr spcFirstLastPara="1" wrap="square" lIns="91425" tIns="45700" rIns="91425" bIns="45700" anchor="b" anchorCtr="0">
            <a:noAutofit/>
          </a:bodyPr>
          <a:lstStyle/>
          <a:p>
            <a:r>
              <a:rPr lang="en-GB" sz="2300" b="1">
                <a:solidFill>
                  <a:schemeClr val="accent3">
                    <a:lumMod val="95000"/>
                  </a:schemeClr>
                </a:solidFill>
                <a:latin typeface="Times New Roman"/>
                <a:ea typeface="Lato"/>
                <a:cs typeface="Times New Roman"/>
                <a:sym typeface="Lato"/>
              </a:rPr>
              <a:t>How IT Ticket Support Cycle Works ?</a:t>
            </a:r>
            <a:endParaRPr lang="en-GB" sz="2300" b="1">
              <a:solidFill>
                <a:schemeClr val="accent3">
                  <a:lumMod val="95000"/>
                </a:schemeClr>
              </a:solidFill>
              <a:latin typeface="Times New Roman"/>
              <a:ea typeface="Lato"/>
              <a:cs typeface="Times New Roman"/>
            </a:endParaRPr>
          </a:p>
        </p:txBody>
      </p:sp>
      <p:sp>
        <p:nvSpPr>
          <p:cNvPr id="5" name="TextBox 4">
            <a:extLst>
              <a:ext uri="{FF2B5EF4-FFF2-40B4-BE49-F238E27FC236}">
                <a16:creationId xmlns:a16="http://schemas.microsoft.com/office/drawing/2014/main" id="{4BA6195D-F9FB-6983-E630-36231156BE3C}"/>
              </a:ext>
            </a:extLst>
          </p:cNvPr>
          <p:cNvSpPr txBox="1"/>
          <p:nvPr/>
        </p:nvSpPr>
        <p:spPr>
          <a:xfrm>
            <a:off x="529166" y="1280583"/>
            <a:ext cx="4572000" cy="6924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300" b="0" i="0" u="none" strike="noStrike">
                <a:solidFill>
                  <a:schemeClr val="accent3">
                    <a:lumMod val="95000"/>
                  </a:schemeClr>
                </a:solidFill>
                <a:latin typeface="Times New Roman"/>
                <a:ea typeface="Lato"/>
                <a:cs typeface="Times New Roman"/>
              </a:rPr>
              <a:t>An IT Ticket is </a:t>
            </a:r>
            <a:r>
              <a:rPr lang="en-US" sz="1300">
                <a:solidFill>
                  <a:schemeClr val="accent3">
                    <a:lumMod val="95000"/>
                  </a:schemeClr>
                </a:solidFill>
                <a:latin typeface="Times New Roman"/>
                <a:ea typeface="Lato"/>
                <a:cs typeface="Times New Roman"/>
              </a:rPr>
              <a:t>a</a:t>
            </a:r>
            <a:r>
              <a:rPr lang="en-US" sz="1300" b="0" i="0" u="none" strike="noStrike">
                <a:solidFill>
                  <a:schemeClr val="accent3">
                    <a:lumMod val="95000"/>
                  </a:schemeClr>
                </a:solidFill>
                <a:latin typeface="Times New Roman"/>
                <a:ea typeface="Lato"/>
                <a:cs typeface="Times New Roman"/>
              </a:rPr>
              <a:t> record or a document which is issued by an IT support system to track the request made for issues related to technology </a:t>
            </a:r>
            <a:r>
              <a:rPr lang="en-US" sz="1300">
                <a:solidFill>
                  <a:schemeClr val="accent3">
                    <a:lumMod val="95000"/>
                  </a:schemeClr>
                </a:solidFill>
                <a:latin typeface="Times New Roman"/>
                <a:ea typeface="Lato"/>
                <a:cs typeface="Times New Roman"/>
              </a:rPr>
              <a:t>or services</a:t>
            </a:r>
            <a:r>
              <a:rPr lang="en-US" sz="1300" b="0" i="0" u="none" strike="noStrike">
                <a:solidFill>
                  <a:schemeClr val="accent3">
                    <a:lumMod val="95000"/>
                  </a:schemeClr>
                </a:solidFill>
                <a:latin typeface="Times New Roman"/>
                <a:ea typeface="Lato"/>
                <a:cs typeface="Times New Roman"/>
              </a:rPr>
              <a:t>.</a:t>
            </a:r>
            <a:endParaRPr lang="en-US"/>
          </a:p>
        </p:txBody>
      </p:sp>
      <p:pic>
        <p:nvPicPr>
          <p:cNvPr id="6" name="Picture 5" descr="A diagram of a customer support system&#10;&#10;AI-generated content may be incorrect.">
            <a:extLst>
              <a:ext uri="{FF2B5EF4-FFF2-40B4-BE49-F238E27FC236}">
                <a16:creationId xmlns:a16="http://schemas.microsoft.com/office/drawing/2014/main" id="{29937A61-3787-2512-0948-1CBD2B5207CA}"/>
              </a:ext>
            </a:extLst>
          </p:cNvPr>
          <p:cNvPicPr>
            <a:picLocks noChangeAspect="1"/>
          </p:cNvPicPr>
          <p:nvPr/>
        </p:nvPicPr>
        <p:blipFill>
          <a:blip r:embed="rId4"/>
          <a:stretch>
            <a:fillRect/>
          </a:stretch>
        </p:blipFill>
        <p:spPr>
          <a:xfrm>
            <a:off x="3857625" y="2190750"/>
            <a:ext cx="4307416" cy="2794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4"/>
          <p:cNvPicPr preferRelativeResize="0"/>
          <p:nvPr/>
        </p:nvPicPr>
        <p:blipFill rotWithShape="1">
          <a:blip r:embed="rId3">
            <a:alphaModFix/>
          </a:blip>
          <a:srcRect/>
          <a:stretch/>
        </p:blipFill>
        <p:spPr>
          <a:xfrm>
            <a:off x="640207" y="2190171"/>
            <a:ext cx="7863585" cy="2563504"/>
          </a:xfrm>
          <a:prstGeom prst="rect">
            <a:avLst/>
          </a:prstGeom>
          <a:noFill/>
          <a:ln>
            <a:noFill/>
          </a:ln>
        </p:spPr>
      </p:pic>
      <p:sp>
        <p:nvSpPr>
          <p:cNvPr id="670" name="Google Shape;670;p4"/>
          <p:cNvSpPr txBox="1"/>
          <p:nvPr/>
        </p:nvSpPr>
        <p:spPr>
          <a:xfrm>
            <a:off x="644550" y="152136"/>
            <a:ext cx="7736659" cy="2323683"/>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1800"/>
              <a:buFont typeface="Arial"/>
              <a:buNone/>
            </a:pPr>
            <a:r>
              <a:rPr lang="en-GB" sz="1800" b="1" i="0" u="none" strike="noStrike" cap="none">
                <a:solidFill>
                  <a:schemeClr val="accent6"/>
                </a:solidFill>
                <a:latin typeface="Times New Roman"/>
                <a:ea typeface="Lato"/>
                <a:cs typeface="Times New Roman"/>
                <a:sym typeface="Lato"/>
              </a:rPr>
              <a:t>Problem Statement</a:t>
            </a:r>
            <a:endParaRPr lang="en-US" sz="1800" b="0" i="0" u="none" strike="noStrike" cap="none">
              <a:solidFill>
                <a:schemeClr val="accent6"/>
              </a:solidFill>
              <a:latin typeface="Times New Roman"/>
              <a:ea typeface="Lato"/>
              <a:cs typeface="Times New Roman"/>
            </a:endParaRPr>
          </a:p>
          <a:p>
            <a:pPr algn="just">
              <a:buSzPts val="1800"/>
            </a:pPr>
            <a:r>
              <a:rPr lang="en-GB" b="0" i="0" u="none" strike="noStrike" cap="none">
                <a:solidFill>
                  <a:schemeClr val="accent6"/>
                </a:solidFill>
                <a:latin typeface="Times New Roman"/>
                <a:ea typeface="Lato"/>
                <a:cs typeface="Times New Roman"/>
                <a:sym typeface="Lato"/>
              </a:rPr>
              <a:t>The objective is to </a:t>
            </a:r>
            <a:r>
              <a:rPr lang="en-GB">
                <a:solidFill>
                  <a:schemeClr val="accent6"/>
                </a:solidFill>
                <a:latin typeface="Times New Roman"/>
                <a:ea typeface="Lato"/>
                <a:cs typeface="Times New Roman"/>
                <a:sym typeface="Lato"/>
              </a:rPr>
              <a:t>analyse </a:t>
            </a:r>
            <a:r>
              <a:rPr lang="en-GB" b="0" i="0" u="none" strike="noStrike" cap="none">
                <a:solidFill>
                  <a:schemeClr val="accent6"/>
                </a:solidFill>
                <a:latin typeface="Times New Roman"/>
                <a:ea typeface="Lato"/>
                <a:cs typeface="Times New Roman"/>
                <a:sym typeface="Lato"/>
              </a:rPr>
              <a:t>the IT support ticket management system to understand the performance of IT agents, the efficiency of ticket resolution, and the satisfaction levels of employees. The analysis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lang="en-GB">
              <a:solidFill>
                <a:schemeClr val="accent6"/>
              </a:solidFill>
              <a:latin typeface="Times New Roman"/>
              <a:ea typeface="Lato"/>
              <a:cs typeface="Times New Roman"/>
            </a:endParaRPr>
          </a:p>
          <a:p>
            <a:pPr marL="285750" indent="-285750" algn="just">
              <a:buSzPts val="1800"/>
              <a:buFont typeface="Arial"/>
              <a:buChar char="•"/>
            </a:pPr>
            <a:br>
              <a:rPr lang="en-US">
                <a:sym typeface="Lato"/>
              </a:rPr>
            </a:br>
            <a:endParaRPr lang="en-US">
              <a:solidFill>
                <a:schemeClr val="accent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2" name="TextBox 1">
            <a:extLst>
              <a:ext uri="{FF2B5EF4-FFF2-40B4-BE49-F238E27FC236}">
                <a16:creationId xmlns:a16="http://schemas.microsoft.com/office/drawing/2014/main" id="{A819FD3B-3054-7FF0-5BE6-7C72AD44A114}"/>
              </a:ext>
            </a:extLst>
          </p:cNvPr>
          <p:cNvSpPr txBox="1"/>
          <p:nvPr/>
        </p:nvSpPr>
        <p:spPr>
          <a:xfrm>
            <a:off x="751562" y="129175"/>
            <a:ext cx="4063131"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i="0" u="none" strike="noStrike">
                <a:solidFill>
                  <a:schemeClr val="accent6"/>
                </a:solidFill>
                <a:latin typeface="Times New Roman"/>
                <a:cs typeface="Times New Roman"/>
              </a:rPr>
              <a:t>Data Highlights</a:t>
            </a:r>
          </a:p>
          <a:p>
            <a:br>
              <a:rPr lang="en-US" b="0">
                <a:latin typeface="Times New Roman"/>
                <a:cs typeface="Times New Roman"/>
              </a:rPr>
            </a:br>
            <a:r>
              <a:rPr lang="en-US" sz="1400" b="1" i="0" u="none" strike="noStrike">
                <a:solidFill>
                  <a:schemeClr val="accent6"/>
                </a:solidFill>
                <a:latin typeface="Times New Roman"/>
                <a:cs typeface="Times New Roman"/>
              </a:rPr>
              <a:t>Tickets Data Sheet</a:t>
            </a:r>
          </a:p>
          <a:p>
            <a:pPr marL="228600" indent="-228600">
              <a:buFont typeface=""/>
              <a:buChar char="•"/>
            </a:pPr>
            <a:endParaRPr lang="en-US" b="1">
              <a:solidFill>
                <a:schemeClr val="accent6"/>
              </a:solidFill>
              <a:latin typeface="Times New Roman"/>
              <a:cs typeface="Times New Roman"/>
            </a:endParaRPr>
          </a:p>
          <a:p>
            <a:pPr marL="228600" indent="-228600">
              <a:buFont typeface=""/>
              <a:buChar char="•"/>
            </a:pPr>
            <a:r>
              <a:rPr lang="en-US" sz="1400" b="1" i="0" u="none" strike="noStrike">
                <a:solidFill>
                  <a:schemeClr val="accent6"/>
                </a:solidFill>
                <a:latin typeface="Times New Roman"/>
                <a:cs typeface="Times New Roman"/>
              </a:rPr>
              <a:t>Total Tickets: 97498</a:t>
            </a:r>
          </a:p>
          <a:p>
            <a:pPr marL="228600" indent="-228600">
              <a:buFont typeface=""/>
              <a:buChar char="•"/>
            </a:pPr>
            <a:r>
              <a:rPr lang="en-US" sz="1400" b="1" i="0" u="none" strike="noStrike">
                <a:solidFill>
                  <a:schemeClr val="accent6"/>
                </a:solidFill>
                <a:latin typeface="Times New Roman"/>
                <a:cs typeface="Times New Roman"/>
              </a:rPr>
              <a:t>No. of Attributes: 10</a:t>
            </a:r>
          </a:p>
          <a:p>
            <a:pPr algn="ctr"/>
            <a:endParaRPr lang="en-GB">
              <a:solidFill>
                <a:schemeClr val="accent6"/>
              </a:solidFill>
              <a:latin typeface="Times New Roman"/>
              <a:cs typeface="Times New Roman"/>
            </a:endParaRPr>
          </a:p>
        </p:txBody>
      </p:sp>
      <p:pic>
        <p:nvPicPr>
          <p:cNvPr id="3" name="Picture 2" descr="A screenshot of a computer&#10;&#10;AI-generated content may be incorrect.">
            <a:extLst>
              <a:ext uri="{FF2B5EF4-FFF2-40B4-BE49-F238E27FC236}">
                <a16:creationId xmlns:a16="http://schemas.microsoft.com/office/drawing/2014/main" id="{27FB3A54-11ED-EEB2-7E02-24AE3CCD9E76}"/>
              </a:ext>
            </a:extLst>
          </p:cNvPr>
          <p:cNvPicPr>
            <a:picLocks noChangeAspect="1"/>
          </p:cNvPicPr>
          <p:nvPr/>
        </p:nvPicPr>
        <p:blipFill>
          <a:blip r:embed="rId3"/>
          <a:stretch>
            <a:fillRect/>
          </a:stretch>
        </p:blipFill>
        <p:spPr>
          <a:xfrm>
            <a:off x="154487" y="1963194"/>
            <a:ext cx="4497887" cy="2626289"/>
          </a:xfrm>
          <a:prstGeom prst="rect">
            <a:avLst/>
          </a:prstGeom>
        </p:spPr>
      </p:pic>
      <p:pic>
        <p:nvPicPr>
          <p:cNvPr id="4" name="Picture 3" descr="A screenshot of a data&#10;&#10;AI-generated content may be incorrect.">
            <a:extLst>
              <a:ext uri="{FF2B5EF4-FFF2-40B4-BE49-F238E27FC236}">
                <a16:creationId xmlns:a16="http://schemas.microsoft.com/office/drawing/2014/main" id="{FDEA8966-F6E5-5458-3D71-C979510285E3}"/>
              </a:ext>
            </a:extLst>
          </p:cNvPr>
          <p:cNvPicPr>
            <a:picLocks noChangeAspect="1"/>
          </p:cNvPicPr>
          <p:nvPr/>
        </p:nvPicPr>
        <p:blipFill>
          <a:blip r:embed="rId4"/>
          <a:stretch>
            <a:fillRect/>
          </a:stretch>
        </p:blipFill>
        <p:spPr>
          <a:xfrm>
            <a:off x="4813126" y="1966586"/>
            <a:ext cx="4175864" cy="2619504"/>
          </a:xfrm>
          <a:prstGeom prst="rect">
            <a:avLst/>
          </a:prstGeom>
        </p:spPr>
      </p:pic>
      <p:sp>
        <p:nvSpPr>
          <p:cNvPr id="5" name="TextBox 4">
            <a:extLst>
              <a:ext uri="{FF2B5EF4-FFF2-40B4-BE49-F238E27FC236}">
                <a16:creationId xmlns:a16="http://schemas.microsoft.com/office/drawing/2014/main" id="{95E0106E-6880-8AA1-479B-62E5DB55D9C2}"/>
              </a:ext>
            </a:extLst>
          </p:cNvPr>
          <p:cNvSpPr txBox="1"/>
          <p:nvPr/>
        </p:nvSpPr>
        <p:spPr>
          <a:xfrm>
            <a:off x="5260931" y="129174"/>
            <a:ext cx="406313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Times New Roman"/>
              <a:cs typeface="Times New Roman"/>
            </a:endParaRPr>
          </a:p>
          <a:p>
            <a:endParaRPr lang="en-US">
              <a:latin typeface="Times New Roman"/>
              <a:cs typeface="Times New Roman"/>
            </a:endParaRPr>
          </a:p>
          <a:p>
            <a:br>
              <a:rPr lang="en-US" b="0">
                <a:latin typeface="Times New Roman"/>
                <a:cs typeface="Times New Roman"/>
              </a:rPr>
            </a:br>
            <a:r>
              <a:rPr lang="en-US" sz="1400" b="1" i="0" u="none" strike="noStrike">
                <a:solidFill>
                  <a:schemeClr val="accent6"/>
                </a:solidFill>
                <a:latin typeface="Times New Roman"/>
                <a:cs typeface="Times New Roman"/>
              </a:rPr>
              <a:t>IT Agents Data Sheet</a:t>
            </a:r>
            <a:endParaRPr lang="en-US">
              <a:solidFill>
                <a:schemeClr val="accent6"/>
              </a:solidFill>
            </a:endParaRPr>
          </a:p>
          <a:p>
            <a:endParaRPr lang="en-US" b="0">
              <a:solidFill>
                <a:schemeClr val="accent6"/>
              </a:solidFill>
              <a:latin typeface="Times New Roman"/>
              <a:cs typeface="Times New Roman"/>
            </a:endParaRPr>
          </a:p>
          <a:p>
            <a:pPr marL="228600" indent="-228600">
              <a:buFont typeface=""/>
              <a:buChar char="•"/>
            </a:pPr>
            <a:r>
              <a:rPr lang="en-US" sz="1400" b="1" i="0" u="none" strike="noStrike">
                <a:solidFill>
                  <a:schemeClr val="accent6"/>
                </a:solidFill>
                <a:latin typeface="Times New Roman"/>
                <a:cs typeface="Times New Roman"/>
              </a:rPr>
              <a:t>Total Agents: 50</a:t>
            </a:r>
          </a:p>
          <a:p>
            <a:pPr marL="228600" indent="-228600">
              <a:buFont typeface=""/>
              <a:buChar char="•"/>
            </a:pPr>
            <a:r>
              <a:rPr lang="en-US" sz="1400" b="1" i="0" u="none" strike="noStrike">
                <a:solidFill>
                  <a:schemeClr val="accent6"/>
                </a:solidFill>
                <a:latin typeface="Times New Roman"/>
                <a:cs typeface="Times New Roman"/>
              </a:rPr>
              <a:t>No. of Attributes: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
          <p:cNvSpPr txBox="1"/>
          <p:nvPr/>
        </p:nvSpPr>
        <p:spPr>
          <a:xfrm>
            <a:off x="338550" y="533475"/>
            <a:ext cx="8466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00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52FEC668-B644-BDE7-6FA4-825213509C8A}"/>
              </a:ext>
            </a:extLst>
          </p:cNvPr>
          <p:cNvSpPr txBox="1"/>
          <p:nvPr/>
        </p:nvSpPr>
        <p:spPr>
          <a:xfrm>
            <a:off x="338667" y="381000"/>
            <a:ext cx="4572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Times New Roman"/>
              </a:rPr>
              <a:t>Data Cleaning</a:t>
            </a:r>
            <a:endParaRPr lang="en-US"/>
          </a:p>
        </p:txBody>
      </p:sp>
      <p:graphicFrame>
        <p:nvGraphicFramePr>
          <p:cNvPr id="3" name="Table 2">
            <a:extLst>
              <a:ext uri="{FF2B5EF4-FFF2-40B4-BE49-F238E27FC236}">
                <a16:creationId xmlns:a16="http://schemas.microsoft.com/office/drawing/2014/main" id="{3DB9260F-D55A-38D7-828D-2680135391FF}"/>
              </a:ext>
            </a:extLst>
          </p:cNvPr>
          <p:cNvGraphicFramePr>
            <a:graphicFrameLocks noGrp="1"/>
          </p:cNvGraphicFramePr>
          <p:nvPr>
            <p:extLst>
              <p:ext uri="{D42A27DB-BD31-4B8C-83A1-F6EECF244321}">
                <p14:modId xmlns:p14="http://schemas.microsoft.com/office/powerpoint/2010/main" val="3189552953"/>
              </p:ext>
            </p:extLst>
          </p:nvPr>
        </p:nvGraphicFramePr>
        <p:xfrm>
          <a:off x="467608" y="1289862"/>
          <a:ext cx="6475381" cy="2438400"/>
        </p:xfrm>
        <a:graphic>
          <a:graphicData uri="http://schemas.openxmlformats.org/drawingml/2006/table">
            <a:tbl>
              <a:tblPr firstRow="1" bandRow="1">
                <a:tableStyleId>{5C22544A-7EE6-4342-B048-85BDC9FD1C3A}</a:tableStyleId>
              </a:tblPr>
              <a:tblGrid>
                <a:gridCol w="2264834">
                  <a:extLst>
                    <a:ext uri="{9D8B030D-6E8A-4147-A177-3AD203B41FA5}">
                      <a16:colId xmlns:a16="http://schemas.microsoft.com/office/drawing/2014/main" val="567170998"/>
                    </a:ext>
                  </a:extLst>
                </a:gridCol>
                <a:gridCol w="4210547">
                  <a:extLst>
                    <a:ext uri="{9D8B030D-6E8A-4147-A177-3AD203B41FA5}">
                      <a16:colId xmlns:a16="http://schemas.microsoft.com/office/drawing/2014/main" val="2876368537"/>
                    </a:ext>
                  </a:extLst>
                </a:gridCol>
              </a:tblGrid>
              <a:tr h="370840">
                <a:tc>
                  <a:txBody>
                    <a:bodyPr/>
                    <a:lstStyle/>
                    <a:p>
                      <a:pPr lvl="0">
                        <a:buNone/>
                      </a:pPr>
                      <a:r>
                        <a:rPr lang="en-GB">
                          <a:solidFill>
                            <a:schemeClr val="tx2"/>
                          </a:solidFill>
                        </a:rPr>
                        <a:t>Missing Values</a:t>
                      </a:r>
                    </a:p>
                  </a:txBody>
                  <a:tcPr marL="137160" marR="137160" marT="137160" marB="137160" anchor="ctr">
                    <a:lnL w="12700" cap="flat" cmpd="sng" algn="ctr">
                      <a:solidFill>
                        <a:srgbClr val="C00000"/>
                      </a:solidFill>
                      <a:prstDash val="solid"/>
                      <a:round/>
                      <a:headEnd type="none" w="med" len="med"/>
                      <a:tailEnd type="none" w="med" len="med"/>
                    </a:lnL>
                    <a:lnR w="12700">
                      <a:solidFill>
                        <a:srgbClr val="C00000"/>
                      </a:solidFill>
                    </a:lnR>
                    <a:lnT w="12700">
                      <a:solidFill>
                        <a:srgbClr val="C00000"/>
                      </a:solidFill>
                    </a:lnT>
                    <a:lnB w="12700" cap="flat" cmpd="sng" algn="ctr">
                      <a:solidFill>
                        <a:srgbClr val="C00000"/>
                      </a:solidFill>
                      <a:prstDash val="solid"/>
                      <a:round/>
                      <a:headEnd type="none" w="med" len="med"/>
                      <a:tailEnd type="none" w="med" len="med"/>
                    </a:lnB>
                    <a:solidFill>
                      <a:schemeClr val="accent6"/>
                    </a:solidFill>
                  </a:tcPr>
                </a:tc>
                <a:tc>
                  <a:txBody>
                    <a:bodyPr/>
                    <a:lstStyle/>
                    <a:p>
                      <a:pPr lvl="0" algn="l">
                        <a:buNone/>
                      </a:pPr>
                      <a:r>
                        <a:rPr lang="en-GB" sz="1200" b="0">
                          <a:solidFill>
                            <a:schemeClr val="tx2"/>
                          </a:solidFill>
                        </a:rPr>
                        <a:t>Agent Name – Filled using VLOOKUP using IT Agents Sheet.</a:t>
                      </a:r>
                      <a:endParaRPr lang="en-US" sz="1200"/>
                    </a:p>
                  </a:txBody>
                  <a:tcPr marL="137160" marR="137160" marT="137160" marB="137160" anchor="ctr">
                    <a:lnL w="12700">
                      <a:solidFill>
                        <a:srgbClr val="C00000"/>
                      </a:solidFill>
                    </a:lnL>
                    <a:lnR w="12700">
                      <a:solidFill>
                        <a:srgbClr val="C00000"/>
                      </a:solidFill>
                    </a:lnR>
                    <a:lnT w="12700">
                      <a:solidFill>
                        <a:srgbClr val="C00000"/>
                      </a:solidFill>
                    </a:lnT>
                    <a:lnB w="12700">
                      <a:solidFill>
                        <a:srgbClr val="C00000"/>
                      </a:solidFill>
                    </a:lnB>
                    <a:solidFill>
                      <a:schemeClr val="accent6"/>
                    </a:solidFill>
                  </a:tcPr>
                </a:tc>
                <a:extLst>
                  <a:ext uri="{0D108BD9-81ED-4DB2-BD59-A6C34878D82A}">
                    <a16:rowId xmlns:a16="http://schemas.microsoft.com/office/drawing/2014/main" val="2856420116"/>
                  </a:ext>
                </a:extLst>
              </a:tr>
              <a:tr h="370840">
                <a:tc>
                  <a:txBody>
                    <a:bodyPr/>
                    <a:lstStyle/>
                    <a:p>
                      <a:r>
                        <a:rPr lang="en-GB" b="1">
                          <a:solidFill>
                            <a:schemeClr val="tx2"/>
                          </a:solidFill>
                        </a:rPr>
                        <a:t>Duplicate Records</a:t>
                      </a:r>
                    </a:p>
                  </a:txBody>
                  <a:tcPr marL="137160" marR="137160" marT="137160" marB="137160" anchor="ctr">
                    <a:lnL w="12700" cap="flat" cmpd="sng" algn="ctr">
                      <a:solidFill>
                        <a:srgbClr val="C00000"/>
                      </a:solidFill>
                      <a:prstDash val="solid"/>
                      <a:round/>
                      <a:headEnd type="none" w="med" len="med"/>
                      <a:tailEnd type="none" w="med" len="med"/>
                    </a:lnL>
                    <a:lnR w="12700">
                      <a:solidFill>
                        <a:srgbClr val="C00000"/>
                      </a:solid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accent6"/>
                    </a:solidFill>
                  </a:tcPr>
                </a:tc>
                <a:tc>
                  <a:txBody>
                    <a:bodyPr/>
                    <a:lstStyle/>
                    <a:p>
                      <a:r>
                        <a:rPr lang="en-GB" sz="1200">
                          <a:solidFill>
                            <a:schemeClr val="tx2"/>
                          </a:solidFill>
                        </a:rPr>
                        <a:t>All records are unique.</a:t>
                      </a:r>
                    </a:p>
                  </a:txBody>
                  <a:tcPr marL="137160" marR="137160" marT="137160" marB="137160" anchor="ctr">
                    <a:lnL w="12700">
                      <a:solidFill>
                        <a:srgbClr val="C00000"/>
                      </a:solidFill>
                    </a:lnL>
                    <a:lnR w="12700">
                      <a:solidFill>
                        <a:srgbClr val="C00000"/>
                      </a:solidFill>
                    </a:lnR>
                    <a:lnT w="12700">
                      <a:solidFill>
                        <a:srgbClr val="C00000"/>
                      </a:solidFill>
                    </a:lnT>
                    <a:lnB w="12700">
                      <a:solidFill>
                        <a:srgbClr val="C00000"/>
                      </a:solidFill>
                    </a:lnB>
                    <a:solidFill>
                      <a:schemeClr val="accent6"/>
                    </a:solidFill>
                  </a:tcPr>
                </a:tc>
                <a:extLst>
                  <a:ext uri="{0D108BD9-81ED-4DB2-BD59-A6C34878D82A}">
                    <a16:rowId xmlns:a16="http://schemas.microsoft.com/office/drawing/2014/main" val="796878917"/>
                  </a:ext>
                </a:extLst>
              </a:tr>
              <a:tr h="370840">
                <a:tc>
                  <a:txBody>
                    <a:bodyPr/>
                    <a:lstStyle/>
                    <a:p>
                      <a:r>
                        <a:rPr lang="en-GB" b="1">
                          <a:solidFill>
                            <a:schemeClr val="tx2"/>
                          </a:solidFill>
                        </a:rPr>
                        <a:t>Spelling Errors</a:t>
                      </a:r>
                    </a:p>
                  </a:txBody>
                  <a:tcPr marL="137160" marR="137160" marT="137160" marB="137160" anchor="ctr">
                    <a:lnL w="12700" cap="flat" cmpd="sng" algn="ctr">
                      <a:solidFill>
                        <a:srgbClr val="C00000"/>
                      </a:solidFill>
                      <a:prstDash val="solid"/>
                      <a:round/>
                      <a:headEnd type="none" w="med" len="med"/>
                      <a:tailEnd type="none" w="med" len="med"/>
                    </a:lnL>
                    <a:lnR w="12700">
                      <a:solidFill>
                        <a:srgbClr val="C00000"/>
                      </a:solid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accent6"/>
                    </a:solidFill>
                  </a:tcPr>
                </a:tc>
                <a:tc>
                  <a:txBody>
                    <a:bodyPr/>
                    <a:lstStyle/>
                    <a:p>
                      <a:r>
                        <a:rPr lang="en-GB" sz="1200" err="1">
                          <a:solidFill>
                            <a:schemeClr val="tx2"/>
                          </a:solidFill>
                        </a:rPr>
                        <a:t>Unassiged</a:t>
                      </a:r>
                      <a:r>
                        <a:rPr lang="en-GB" sz="1200">
                          <a:solidFill>
                            <a:schemeClr val="tx2"/>
                          </a:solidFill>
                        </a:rPr>
                        <a:t>                                           Unassigned</a:t>
                      </a:r>
                    </a:p>
                    <a:p>
                      <a:pPr lvl="0">
                        <a:buNone/>
                      </a:pPr>
                      <a:r>
                        <a:rPr lang="en-GB" sz="1200" err="1">
                          <a:solidFill>
                            <a:schemeClr val="tx2"/>
                          </a:solidFill>
                        </a:rPr>
                        <a:t>Unclasified</a:t>
                      </a:r>
                      <a:r>
                        <a:rPr lang="en-GB" sz="1200">
                          <a:solidFill>
                            <a:schemeClr val="tx2"/>
                          </a:solidFill>
                        </a:rPr>
                        <a:t>                                           Unclassified</a:t>
                      </a:r>
                    </a:p>
                    <a:p>
                      <a:pPr lvl="0">
                        <a:buNone/>
                      </a:pPr>
                      <a:r>
                        <a:rPr lang="en-GB" sz="1200">
                          <a:solidFill>
                            <a:schemeClr val="tx2"/>
                          </a:solidFill>
                        </a:rPr>
                        <a:t>Mayor                                                   Major</a:t>
                      </a:r>
                    </a:p>
                  </a:txBody>
                  <a:tcPr marL="137160" marR="137160" marT="137160" marB="137160" anchor="ctr">
                    <a:lnL w="12700">
                      <a:solidFill>
                        <a:srgbClr val="C00000"/>
                      </a:solidFill>
                    </a:lnL>
                    <a:lnR w="12700">
                      <a:solidFill>
                        <a:srgbClr val="C00000"/>
                      </a:solidFill>
                    </a:lnR>
                    <a:lnT w="12700">
                      <a:solidFill>
                        <a:srgbClr val="C00000"/>
                      </a:solidFill>
                    </a:lnT>
                    <a:lnB w="12700" cap="flat" cmpd="sng" algn="ctr">
                      <a:solidFill>
                        <a:srgbClr val="C00000"/>
                      </a:solidFill>
                      <a:prstDash val="solid"/>
                      <a:round/>
                      <a:headEnd type="none" w="med" len="med"/>
                      <a:tailEnd type="none" w="med" len="med"/>
                    </a:lnB>
                    <a:solidFill>
                      <a:schemeClr val="accent6"/>
                    </a:solidFill>
                  </a:tcPr>
                </a:tc>
                <a:extLst>
                  <a:ext uri="{0D108BD9-81ED-4DB2-BD59-A6C34878D82A}">
                    <a16:rowId xmlns:a16="http://schemas.microsoft.com/office/drawing/2014/main" val="2220247440"/>
                  </a:ext>
                </a:extLst>
              </a:tr>
              <a:tr h="370839">
                <a:tc>
                  <a:txBody>
                    <a:bodyPr/>
                    <a:lstStyle/>
                    <a:p>
                      <a:pPr lvl="0">
                        <a:buNone/>
                      </a:pPr>
                      <a:r>
                        <a:rPr lang="en-GB" b="1">
                          <a:solidFill>
                            <a:schemeClr val="tx2"/>
                          </a:solidFill>
                        </a:rPr>
                        <a:t>Severity</a:t>
                      </a:r>
                    </a:p>
                  </a:txBody>
                  <a:tcPr marL="137160" marR="137160" marT="137160" marB="137160" anchor="ctr">
                    <a:lnL w="12700">
                      <a:solidFill>
                        <a:srgbClr val="C00000"/>
                      </a:solidFill>
                    </a:lnL>
                    <a:lnR w="12700">
                      <a:solidFill>
                        <a:srgbClr val="C00000"/>
                      </a:solidFill>
                    </a:lnR>
                    <a:lnT w="12700">
                      <a:solidFill>
                        <a:srgbClr val="C00000"/>
                      </a:solidFill>
                    </a:lnT>
                    <a:lnB w="12700">
                      <a:solidFill>
                        <a:srgbClr val="C00000"/>
                      </a:solidFill>
                    </a:lnB>
                    <a:solidFill>
                      <a:schemeClr val="accent6"/>
                    </a:solidFill>
                  </a:tcPr>
                </a:tc>
                <a:tc>
                  <a:txBody>
                    <a:bodyPr/>
                    <a:lstStyle/>
                    <a:p>
                      <a:pPr lvl="0">
                        <a:buNone/>
                      </a:pPr>
                      <a:r>
                        <a:rPr lang="en-GB" sz="1200">
                          <a:solidFill>
                            <a:schemeClr val="tx2"/>
                          </a:solidFill>
                        </a:rPr>
                        <a:t>Numeric conversion for scattering analysis.</a:t>
                      </a:r>
                    </a:p>
                  </a:txBody>
                  <a:tcPr marL="137160" marR="137160" marT="137160" marB="137160" anchor="ctr">
                    <a:lnL w="12700">
                      <a:solidFill>
                        <a:srgbClr val="C00000"/>
                      </a:solidFill>
                    </a:lnL>
                    <a:lnR w="12700">
                      <a:solidFill>
                        <a:srgbClr val="C00000"/>
                      </a:solidFill>
                    </a:lnR>
                    <a:lnT w="12700">
                      <a:solidFill>
                        <a:srgbClr val="C00000"/>
                      </a:solidFill>
                    </a:lnT>
                    <a:lnB w="12700">
                      <a:solidFill>
                        <a:srgbClr val="C00000"/>
                      </a:solidFill>
                    </a:lnB>
                    <a:solidFill>
                      <a:schemeClr val="accent6"/>
                    </a:solidFill>
                  </a:tcPr>
                </a:tc>
                <a:extLst>
                  <a:ext uri="{0D108BD9-81ED-4DB2-BD59-A6C34878D82A}">
                    <a16:rowId xmlns:a16="http://schemas.microsoft.com/office/drawing/2014/main" val="3575833976"/>
                  </a:ext>
                </a:extLst>
              </a:tr>
            </a:tbl>
          </a:graphicData>
        </a:graphic>
      </p:graphicFrame>
      <p:sp>
        <p:nvSpPr>
          <p:cNvPr id="4" name="Arrow: Right 3">
            <a:extLst>
              <a:ext uri="{FF2B5EF4-FFF2-40B4-BE49-F238E27FC236}">
                <a16:creationId xmlns:a16="http://schemas.microsoft.com/office/drawing/2014/main" id="{9ABB801A-230B-13E4-8CFB-5A1F1FB2901A}"/>
              </a:ext>
            </a:extLst>
          </p:cNvPr>
          <p:cNvSpPr/>
          <p:nvPr/>
        </p:nvSpPr>
        <p:spPr>
          <a:xfrm>
            <a:off x="4088450" y="2687435"/>
            <a:ext cx="978408" cy="2094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descr="A hand holding a brush next to a yellow circular object&#10;&#10;AI-generated content may be incorrect.">
            <a:extLst>
              <a:ext uri="{FF2B5EF4-FFF2-40B4-BE49-F238E27FC236}">
                <a16:creationId xmlns:a16="http://schemas.microsoft.com/office/drawing/2014/main" id="{889E0236-2567-59E7-603D-CF931F7AC984}"/>
              </a:ext>
            </a:extLst>
          </p:cNvPr>
          <p:cNvPicPr>
            <a:picLocks noChangeAspect="1"/>
          </p:cNvPicPr>
          <p:nvPr/>
        </p:nvPicPr>
        <p:blipFill>
          <a:blip r:embed="rId3"/>
          <a:stretch>
            <a:fillRect/>
          </a:stretch>
        </p:blipFill>
        <p:spPr>
          <a:xfrm>
            <a:off x="6022756" y="2899213"/>
            <a:ext cx="3118945" cy="31682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9"/>
          <p:cNvSpPr txBox="1"/>
          <p:nvPr/>
        </p:nvSpPr>
        <p:spPr>
          <a:xfrm>
            <a:off x="545560" y="241509"/>
            <a:ext cx="5254500"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Key Performance Indicators</a:t>
            </a:r>
            <a:endParaRPr lang="en-US">
              <a:solidFill>
                <a:schemeClr val="dk1"/>
              </a:solidFill>
            </a:endParaRPr>
          </a:p>
        </p:txBody>
      </p:sp>
      <p:sp>
        <p:nvSpPr>
          <p:cNvPr id="2" name="Rectangle: Rounded Corners 1">
            <a:extLst>
              <a:ext uri="{FF2B5EF4-FFF2-40B4-BE49-F238E27FC236}">
                <a16:creationId xmlns:a16="http://schemas.microsoft.com/office/drawing/2014/main" id="{A294C1EB-21E6-C270-A5E1-0CD558A68D04}"/>
              </a:ext>
            </a:extLst>
          </p:cNvPr>
          <p:cNvSpPr/>
          <p:nvPr/>
        </p:nvSpPr>
        <p:spPr>
          <a:xfrm>
            <a:off x="548285" y="1156690"/>
            <a:ext cx="1909565" cy="385290"/>
          </a:xfrm>
          <a:prstGeom prst="round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6"/>
                </a:solidFill>
                <a:latin typeface="Times New Roman"/>
                <a:cs typeface="Times New Roman"/>
              </a:rPr>
              <a:t>    97498</a:t>
            </a:r>
            <a:endParaRPr lang="en-US" sz="2000" b="1">
              <a:solidFill>
                <a:schemeClr val="accent6"/>
              </a:solidFill>
              <a:cs typeface="Arial"/>
            </a:endParaRPr>
          </a:p>
        </p:txBody>
      </p:sp>
      <p:sp>
        <p:nvSpPr>
          <p:cNvPr id="5" name="Rectangle: Rounded Corners 4">
            <a:extLst>
              <a:ext uri="{FF2B5EF4-FFF2-40B4-BE49-F238E27FC236}">
                <a16:creationId xmlns:a16="http://schemas.microsoft.com/office/drawing/2014/main" id="{87ED950F-C882-095B-13B1-CE01555F8ABA}"/>
              </a:ext>
            </a:extLst>
          </p:cNvPr>
          <p:cNvSpPr/>
          <p:nvPr/>
        </p:nvSpPr>
        <p:spPr>
          <a:xfrm>
            <a:off x="548285" y="1915407"/>
            <a:ext cx="1909564" cy="464115"/>
          </a:xfrm>
          <a:prstGeom prst="round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accent6"/>
                </a:solidFill>
                <a:latin typeface="Times New Roman"/>
                <a:cs typeface="Times New Roman"/>
              </a:rPr>
              <a:t>50</a:t>
            </a:r>
            <a:endParaRPr lang="en-US"/>
          </a:p>
        </p:txBody>
      </p:sp>
      <p:sp>
        <p:nvSpPr>
          <p:cNvPr id="12" name="Rectangle: Rounded Corners 11">
            <a:extLst>
              <a:ext uri="{FF2B5EF4-FFF2-40B4-BE49-F238E27FC236}">
                <a16:creationId xmlns:a16="http://schemas.microsoft.com/office/drawing/2014/main" id="{C3486CB0-C270-BF2B-EE8C-B8B17238816B}"/>
              </a:ext>
            </a:extLst>
          </p:cNvPr>
          <p:cNvSpPr/>
          <p:nvPr/>
        </p:nvSpPr>
        <p:spPr>
          <a:xfrm>
            <a:off x="548284" y="2595295"/>
            <a:ext cx="1909564" cy="562649"/>
          </a:xfrm>
          <a:prstGeom prst="round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2000" b="1">
                <a:solidFill>
                  <a:srgbClr val="FFC000"/>
                </a:solidFill>
                <a:latin typeface="Times New Roman"/>
                <a:cs typeface="Times New Roman"/>
              </a:rPr>
              <a:t>        ~ 4.6 Days</a:t>
            </a:r>
            <a:endParaRPr lang="en-US">
              <a:solidFill>
                <a:srgbClr val="FFC000"/>
              </a:solidFill>
              <a:cs typeface="Arial"/>
            </a:endParaRPr>
          </a:p>
        </p:txBody>
      </p:sp>
      <p:sp>
        <p:nvSpPr>
          <p:cNvPr id="14" name="Rectangle: Rounded Corners 13">
            <a:extLst>
              <a:ext uri="{FF2B5EF4-FFF2-40B4-BE49-F238E27FC236}">
                <a16:creationId xmlns:a16="http://schemas.microsoft.com/office/drawing/2014/main" id="{A7870AAD-39DC-EBFC-489C-F905457BE8FE}"/>
              </a:ext>
            </a:extLst>
          </p:cNvPr>
          <p:cNvSpPr/>
          <p:nvPr/>
        </p:nvSpPr>
        <p:spPr>
          <a:xfrm>
            <a:off x="548284" y="3442692"/>
            <a:ext cx="1909564" cy="552796"/>
          </a:xfrm>
          <a:prstGeom prst="round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2000" b="1">
                <a:solidFill>
                  <a:srgbClr val="92D050"/>
                </a:solidFill>
                <a:latin typeface="Times New Roman"/>
                <a:cs typeface="Times New Roman"/>
              </a:rPr>
              <a:t>     ~ 4.1</a:t>
            </a:r>
            <a:r>
              <a:rPr lang="en-US" sz="2000" b="1">
                <a:solidFill>
                  <a:schemeClr val="accent6"/>
                </a:solidFill>
                <a:latin typeface="Times New Roman"/>
                <a:cs typeface="Times New Roman"/>
              </a:rPr>
              <a:t> / 5</a:t>
            </a:r>
            <a:endParaRPr lang="en-US">
              <a:solidFill>
                <a:schemeClr val="accent6"/>
              </a:solidFill>
            </a:endParaRPr>
          </a:p>
        </p:txBody>
      </p:sp>
      <p:sp>
        <p:nvSpPr>
          <p:cNvPr id="17" name="TextBox 16">
            <a:extLst>
              <a:ext uri="{FF2B5EF4-FFF2-40B4-BE49-F238E27FC236}">
                <a16:creationId xmlns:a16="http://schemas.microsoft.com/office/drawing/2014/main" id="{A80F1363-CE09-B43A-F132-CDED02E77768}"/>
              </a:ext>
            </a:extLst>
          </p:cNvPr>
          <p:cNvSpPr txBox="1"/>
          <p:nvPr/>
        </p:nvSpPr>
        <p:spPr>
          <a:xfrm>
            <a:off x="3309255" y="1198110"/>
            <a:ext cx="47434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rPr>
              <a:t>Number of tickets logged during 2016 - 2020</a:t>
            </a:r>
          </a:p>
        </p:txBody>
      </p:sp>
      <p:sp>
        <p:nvSpPr>
          <p:cNvPr id="18" name="TextBox 17">
            <a:extLst>
              <a:ext uri="{FF2B5EF4-FFF2-40B4-BE49-F238E27FC236}">
                <a16:creationId xmlns:a16="http://schemas.microsoft.com/office/drawing/2014/main" id="{859901D8-DE4A-7B30-0D71-35E38455C7C3}"/>
              </a:ext>
            </a:extLst>
          </p:cNvPr>
          <p:cNvSpPr txBox="1"/>
          <p:nvPr/>
        </p:nvSpPr>
        <p:spPr>
          <a:xfrm>
            <a:off x="3309255" y="1996240"/>
            <a:ext cx="47434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rPr>
              <a:t>Number of Agent </a:t>
            </a:r>
          </a:p>
        </p:txBody>
      </p:sp>
      <p:sp>
        <p:nvSpPr>
          <p:cNvPr id="19" name="TextBox 18">
            <a:extLst>
              <a:ext uri="{FF2B5EF4-FFF2-40B4-BE49-F238E27FC236}">
                <a16:creationId xmlns:a16="http://schemas.microsoft.com/office/drawing/2014/main" id="{7B83BE24-5D44-1526-92FB-71E7382B7229}"/>
              </a:ext>
            </a:extLst>
          </p:cNvPr>
          <p:cNvSpPr txBox="1"/>
          <p:nvPr/>
        </p:nvSpPr>
        <p:spPr>
          <a:xfrm>
            <a:off x="3309255" y="2725395"/>
            <a:ext cx="47434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rPr>
              <a:t>Average Resolution Time</a:t>
            </a:r>
            <a:endParaRPr lang="en-US"/>
          </a:p>
        </p:txBody>
      </p:sp>
      <p:sp>
        <p:nvSpPr>
          <p:cNvPr id="20" name="TextBox 19">
            <a:extLst>
              <a:ext uri="{FF2B5EF4-FFF2-40B4-BE49-F238E27FC236}">
                <a16:creationId xmlns:a16="http://schemas.microsoft.com/office/drawing/2014/main" id="{2CACECFA-EA60-02B4-A1FC-6E917D9E0545}"/>
              </a:ext>
            </a:extLst>
          </p:cNvPr>
          <p:cNvSpPr txBox="1"/>
          <p:nvPr/>
        </p:nvSpPr>
        <p:spPr>
          <a:xfrm>
            <a:off x="3309254" y="3562938"/>
            <a:ext cx="47434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rPr>
              <a:t>Average Satisfaction Rate</a:t>
            </a:r>
          </a:p>
        </p:txBody>
      </p:sp>
      <p:pic>
        <p:nvPicPr>
          <p:cNvPr id="24" name="Picture 23" descr="A blue and yellow piece of paper with a wrench&#10;&#10;AI-generated content may be incorrect.">
            <a:extLst>
              <a:ext uri="{FF2B5EF4-FFF2-40B4-BE49-F238E27FC236}">
                <a16:creationId xmlns:a16="http://schemas.microsoft.com/office/drawing/2014/main" id="{5C913554-57E6-03B4-9741-6D284409297F}"/>
              </a:ext>
            </a:extLst>
          </p:cNvPr>
          <p:cNvPicPr>
            <a:picLocks noChangeAspect="1"/>
          </p:cNvPicPr>
          <p:nvPr/>
        </p:nvPicPr>
        <p:blipFill>
          <a:blip r:embed="rId3"/>
          <a:stretch>
            <a:fillRect/>
          </a:stretch>
        </p:blipFill>
        <p:spPr>
          <a:xfrm>
            <a:off x="673319" y="1205405"/>
            <a:ext cx="377717" cy="318597"/>
          </a:xfrm>
          <a:prstGeom prst="rect">
            <a:avLst/>
          </a:prstGeom>
        </p:spPr>
      </p:pic>
      <p:pic>
        <p:nvPicPr>
          <p:cNvPr id="26" name="Picture 25" descr="A person wearing a headset&#10;&#10;AI-generated content may be incorrect.">
            <a:extLst>
              <a:ext uri="{FF2B5EF4-FFF2-40B4-BE49-F238E27FC236}">
                <a16:creationId xmlns:a16="http://schemas.microsoft.com/office/drawing/2014/main" id="{EB7BEA52-CFA3-83C1-5627-30EC2B9E24E8}"/>
              </a:ext>
            </a:extLst>
          </p:cNvPr>
          <p:cNvPicPr>
            <a:picLocks noChangeAspect="1"/>
          </p:cNvPicPr>
          <p:nvPr/>
        </p:nvPicPr>
        <p:blipFill>
          <a:blip r:embed="rId4"/>
          <a:stretch>
            <a:fillRect/>
          </a:stretch>
        </p:blipFill>
        <p:spPr>
          <a:xfrm>
            <a:off x="672498" y="1992860"/>
            <a:ext cx="379357" cy="300530"/>
          </a:xfrm>
          <a:prstGeom prst="rect">
            <a:avLst/>
          </a:prstGeom>
        </p:spPr>
      </p:pic>
      <p:pic>
        <p:nvPicPr>
          <p:cNvPr id="27" name="Picture 26" descr="A black and white line art of a ticket&#10;&#10;AI-generated content may be incorrect.">
            <a:extLst>
              <a:ext uri="{FF2B5EF4-FFF2-40B4-BE49-F238E27FC236}">
                <a16:creationId xmlns:a16="http://schemas.microsoft.com/office/drawing/2014/main" id="{E3861982-7A38-3FD8-F177-906B850B64D4}"/>
              </a:ext>
            </a:extLst>
          </p:cNvPr>
          <p:cNvPicPr>
            <a:picLocks noChangeAspect="1"/>
          </p:cNvPicPr>
          <p:nvPr/>
        </p:nvPicPr>
        <p:blipFill>
          <a:blip r:embed="rId5"/>
          <a:stretch>
            <a:fillRect/>
          </a:stretch>
        </p:blipFill>
        <p:spPr>
          <a:xfrm>
            <a:off x="672497" y="2672747"/>
            <a:ext cx="379360" cy="399067"/>
          </a:xfrm>
          <a:prstGeom prst="rect">
            <a:avLst/>
          </a:prstGeom>
        </p:spPr>
      </p:pic>
      <p:pic>
        <p:nvPicPr>
          <p:cNvPr id="28" name="Picture 27" descr="A green check mark and five stars">
            <a:extLst>
              <a:ext uri="{FF2B5EF4-FFF2-40B4-BE49-F238E27FC236}">
                <a16:creationId xmlns:a16="http://schemas.microsoft.com/office/drawing/2014/main" id="{3BDCB6A2-2E6D-B91C-36A4-930F1A8F8D34}"/>
              </a:ext>
            </a:extLst>
          </p:cNvPr>
          <p:cNvPicPr>
            <a:picLocks noChangeAspect="1"/>
          </p:cNvPicPr>
          <p:nvPr/>
        </p:nvPicPr>
        <p:blipFill>
          <a:blip r:embed="rId6"/>
          <a:stretch>
            <a:fillRect/>
          </a:stretch>
        </p:blipFill>
        <p:spPr>
          <a:xfrm>
            <a:off x="709449" y="3557095"/>
            <a:ext cx="305458" cy="325165"/>
          </a:xfrm>
          <a:prstGeom prst="rect">
            <a:avLst/>
          </a:prstGeom>
        </p:spPr>
      </p:pic>
      <p:sp>
        <p:nvSpPr>
          <p:cNvPr id="29" name="Rectangle: Rounded Corners 28">
            <a:extLst>
              <a:ext uri="{FF2B5EF4-FFF2-40B4-BE49-F238E27FC236}">
                <a16:creationId xmlns:a16="http://schemas.microsoft.com/office/drawing/2014/main" id="{E3D7F08E-AB42-BCC5-A0F7-8CFD8CD8C8DC}"/>
              </a:ext>
            </a:extLst>
          </p:cNvPr>
          <p:cNvSpPr/>
          <p:nvPr/>
        </p:nvSpPr>
        <p:spPr>
          <a:xfrm>
            <a:off x="548284" y="4299942"/>
            <a:ext cx="1909564" cy="552796"/>
          </a:xfrm>
          <a:prstGeom prst="round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2000" b="1">
                <a:solidFill>
                  <a:schemeClr val="tx1"/>
                </a:solidFill>
                <a:latin typeface="Times New Roman"/>
                <a:cs typeface="Times New Roman"/>
              </a:rPr>
              <a:t>     ~ 53</a:t>
            </a:r>
          </a:p>
        </p:txBody>
      </p:sp>
      <p:sp>
        <p:nvSpPr>
          <p:cNvPr id="31" name="TextBox 30">
            <a:extLst>
              <a:ext uri="{FF2B5EF4-FFF2-40B4-BE49-F238E27FC236}">
                <a16:creationId xmlns:a16="http://schemas.microsoft.com/office/drawing/2014/main" id="{8099E217-9FF5-D5AB-0145-00714116FF00}"/>
              </a:ext>
            </a:extLst>
          </p:cNvPr>
          <p:cNvSpPr txBox="1"/>
          <p:nvPr/>
        </p:nvSpPr>
        <p:spPr>
          <a:xfrm>
            <a:off x="3319107" y="4420188"/>
            <a:ext cx="47434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rPr>
              <a:t>Average Daily Ticket Volume</a:t>
            </a:r>
          </a:p>
        </p:txBody>
      </p:sp>
      <p:pic>
        <p:nvPicPr>
          <p:cNvPr id="32" name="Picture 31" descr="A hand holding up colorful bars&#10;&#10;AI-generated content may be incorrect.">
            <a:extLst>
              <a:ext uri="{FF2B5EF4-FFF2-40B4-BE49-F238E27FC236}">
                <a16:creationId xmlns:a16="http://schemas.microsoft.com/office/drawing/2014/main" id="{E589435A-E276-BAEC-9508-D5880E9C4E28}"/>
              </a:ext>
            </a:extLst>
          </p:cNvPr>
          <p:cNvPicPr>
            <a:picLocks noChangeAspect="1"/>
          </p:cNvPicPr>
          <p:nvPr/>
        </p:nvPicPr>
        <p:blipFill>
          <a:blip r:embed="rId7"/>
          <a:stretch>
            <a:fillRect/>
          </a:stretch>
        </p:blipFill>
        <p:spPr>
          <a:xfrm>
            <a:off x="616169" y="4360479"/>
            <a:ext cx="492017" cy="442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6F4AC574-706D-C8E4-07B8-3A08B03D7B39}"/>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4D73773C-965E-D7AF-DC54-C73FD540234A}"/>
              </a:ext>
            </a:extLst>
          </p:cNvPr>
          <p:cNvSpPr txBox="1"/>
          <p:nvPr/>
        </p:nvSpPr>
        <p:spPr>
          <a:xfrm>
            <a:off x="1944750" y="231656"/>
            <a:ext cx="5254500"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TICKET VOLUME TREND</a:t>
            </a:r>
            <a:endParaRPr lang="en-US" b="1">
              <a:solidFill>
                <a:schemeClr val="dk1"/>
              </a:solidFill>
              <a:latin typeface="Times New Roman"/>
              <a:cs typeface="Times New Roman"/>
            </a:endParaRPr>
          </a:p>
        </p:txBody>
      </p:sp>
      <p:sp>
        <p:nvSpPr>
          <p:cNvPr id="4" name="TextBox 3">
            <a:extLst>
              <a:ext uri="{FF2B5EF4-FFF2-40B4-BE49-F238E27FC236}">
                <a16:creationId xmlns:a16="http://schemas.microsoft.com/office/drawing/2014/main" id="{111658BA-6196-5C0C-2DE3-FFB01C7C1B57}"/>
              </a:ext>
            </a:extLst>
          </p:cNvPr>
          <p:cNvSpPr txBox="1"/>
          <p:nvPr/>
        </p:nvSpPr>
        <p:spPr>
          <a:xfrm>
            <a:off x="4888027" y="1772724"/>
            <a:ext cx="3334406"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solidFill>
                  <a:schemeClr val="accent6"/>
                </a:solidFill>
                <a:latin typeface="Times New Roman"/>
                <a:cs typeface="Times New Roman"/>
              </a:rPr>
              <a:t>Ticket volume increased significantly</a:t>
            </a:r>
          </a:p>
          <a:p>
            <a:endParaRPr lang="en-US" dirty="0">
              <a:solidFill>
                <a:schemeClr val="accent6"/>
              </a:solidFill>
              <a:latin typeface="Times New Roman"/>
              <a:cs typeface="Times New Roman"/>
            </a:endParaRPr>
          </a:p>
          <a:p>
            <a:pPr marL="285750" indent="-285750">
              <a:buChar char="•"/>
            </a:pPr>
            <a:r>
              <a:rPr lang="en-US" dirty="0">
                <a:solidFill>
                  <a:schemeClr val="accent6"/>
                </a:solidFill>
                <a:latin typeface="Times New Roman"/>
                <a:cs typeface="Times New Roman"/>
              </a:rPr>
              <a:t>Peak operational periods observed later in the year</a:t>
            </a:r>
          </a:p>
          <a:p>
            <a:pPr marL="285750" indent="-285750">
              <a:buChar char="•"/>
            </a:pPr>
            <a:endParaRPr lang="en-US" dirty="0">
              <a:solidFill>
                <a:schemeClr val="accent6"/>
              </a:solidFill>
              <a:latin typeface="Times New Roman"/>
              <a:cs typeface="Times New Roman"/>
            </a:endParaRPr>
          </a:p>
          <a:p>
            <a:pPr marL="285750" indent="-285750">
              <a:buChar char="•"/>
            </a:pPr>
            <a:r>
              <a:rPr lang="en-US">
                <a:solidFill>
                  <a:schemeClr val="accent6"/>
                </a:solidFill>
                <a:latin typeface="Times New Roman"/>
                <a:cs typeface="Times New Roman"/>
              </a:rPr>
              <a:t>Indicates</a:t>
            </a:r>
            <a:r>
              <a:rPr lang="en-US" dirty="0">
                <a:solidFill>
                  <a:schemeClr val="accent6"/>
                </a:solidFill>
                <a:latin typeface="Times New Roman"/>
                <a:cs typeface="Times New Roman"/>
              </a:rPr>
              <a:t> growing support demand</a:t>
            </a:r>
            <a:endParaRPr lang="en-US">
              <a:solidFill>
                <a:schemeClr val="accent6"/>
              </a:solidFill>
              <a:latin typeface="Times New Roman"/>
              <a:cs typeface="Times New Roman"/>
            </a:endParaRPr>
          </a:p>
        </p:txBody>
      </p:sp>
      <p:pic>
        <p:nvPicPr>
          <p:cNvPr id="3" name="Picture 2" descr="A graph showing the growth of the year&#10;&#10;AI-generated content may be incorrect.">
            <a:extLst>
              <a:ext uri="{FF2B5EF4-FFF2-40B4-BE49-F238E27FC236}">
                <a16:creationId xmlns:a16="http://schemas.microsoft.com/office/drawing/2014/main" id="{57B5ABCB-B116-A1C4-42E5-B1D48954F0A6}"/>
              </a:ext>
            </a:extLst>
          </p:cNvPr>
          <p:cNvPicPr>
            <a:picLocks noChangeAspect="1"/>
          </p:cNvPicPr>
          <p:nvPr/>
        </p:nvPicPr>
        <p:blipFill>
          <a:blip r:embed="rId3"/>
          <a:stretch>
            <a:fillRect/>
          </a:stretch>
        </p:blipFill>
        <p:spPr>
          <a:xfrm>
            <a:off x="684195" y="1310508"/>
            <a:ext cx="4356467" cy="2522483"/>
          </a:xfrm>
          <a:prstGeom prst="rect">
            <a:avLst/>
          </a:prstGeom>
        </p:spPr>
      </p:pic>
    </p:spTree>
    <p:extLst>
      <p:ext uri="{BB962C8B-B14F-4D97-AF65-F5344CB8AC3E}">
        <p14:creationId xmlns:p14="http://schemas.microsoft.com/office/powerpoint/2010/main" val="2838303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DE3B8FAA-00D9-A42D-DB55-5AE5DD3DBB76}"/>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096F1D78-CF05-0412-AD46-260FCC8216D6}"/>
              </a:ext>
            </a:extLst>
          </p:cNvPr>
          <p:cNvSpPr txBox="1"/>
          <p:nvPr/>
        </p:nvSpPr>
        <p:spPr>
          <a:xfrm>
            <a:off x="545560" y="241509"/>
            <a:ext cx="6643836"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Category Performance Analysis</a:t>
            </a:r>
            <a:endParaRPr lang="en-US">
              <a:solidFill>
                <a:schemeClr val="dk1"/>
              </a:solidFill>
            </a:endParaRPr>
          </a:p>
        </p:txBody>
      </p:sp>
      <p:graphicFrame>
        <p:nvGraphicFramePr>
          <p:cNvPr id="3" name="Table 2">
            <a:extLst>
              <a:ext uri="{FF2B5EF4-FFF2-40B4-BE49-F238E27FC236}">
                <a16:creationId xmlns:a16="http://schemas.microsoft.com/office/drawing/2014/main" id="{607C2C11-A108-C9B2-47AA-DD7EE4DB2580}"/>
              </a:ext>
            </a:extLst>
          </p:cNvPr>
          <p:cNvGraphicFramePr>
            <a:graphicFrameLocks noGrp="1"/>
          </p:cNvGraphicFramePr>
          <p:nvPr>
            <p:extLst>
              <p:ext uri="{D42A27DB-BD31-4B8C-83A1-F6EECF244321}">
                <p14:modId xmlns:p14="http://schemas.microsoft.com/office/powerpoint/2010/main" val="3951907672"/>
              </p:ext>
            </p:extLst>
          </p:nvPr>
        </p:nvGraphicFramePr>
        <p:xfrm>
          <a:off x="4327240" y="1293875"/>
          <a:ext cx="3548059" cy="2372771"/>
        </p:xfrm>
        <a:graphic>
          <a:graphicData uri="http://schemas.openxmlformats.org/drawingml/2006/table">
            <a:tbl>
              <a:tblPr firstRow="1" bandRow="1">
                <a:tableStyleId>{21E4AEA4-8DFA-4A89-87EB-49C32662AFE0}</a:tableStyleId>
              </a:tblPr>
              <a:tblGrid>
                <a:gridCol w="1321593">
                  <a:extLst>
                    <a:ext uri="{9D8B030D-6E8A-4147-A177-3AD203B41FA5}">
                      <a16:colId xmlns:a16="http://schemas.microsoft.com/office/drawing/2014/main" val="3451246428"/>
                    </a:ext>
                  </a:extLst>
                </a:gridCol>
                <a:gridCol w="2226466">
                  <a:extLst>
                    <a:ext uri="{9D8B030D-6E8A-4147-A177-3AD203B41FA5}">
                      <a16:colId xmlns:a16="http://schemas.microsoft.com/office/drawing/2014/main" val="1611835120"/>
                    </a:ext>
                  </a:extLst>
                </a:gridCol>
              </a:tblGrid>
              <a:tr h="746155">
                <a:tc>
                  <a:txBody>
                    <a:bodyPr/>
                    <a:lstStyle/>
                    <a:p>
                      <a:pPr lvl="0" algn="ctr">
                        <a:buNone/>
                      </a:pPr>
                      <a:r>
                        <a:rPr lang="en-US">
                          <a:solidFill>
                            <a:schemeClr val="tx2"/>
                          </a:solidFill>
                        </a:rPr>
                        <a:t>Category</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ctr">
                        <a:buNone/>
                      </a:pPr>
                      <a:r>
                        <a:rPr lang="en-US">
                          <a:solidFill>
                            <a:schemeClr val="tx2"/>
                          </a:solidFill>
                        </a:rPr>
                        <a:t>Avg. Resolution Time (Days)</a:t>
                      </a:r>
                      <a:endParaRPr lang="en-US"/>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4087314184"/>
                  </a:ext>
                </a:extLst>
              </a:tr>
              <a:tr h="462616">
                <a:tc>
                  <a:txBody>
                    <a:bodyPr/>
                    <a:lstStyle/>
                    <a:p>
                      <a:r>
                        <a:rPr lang="en-US">
                          <a:solidFill>
                            <a:schemeClr val="bg2"/>
                          </a:solidFill>
                        </a:rPr>
                        <a:t>Hardware</a:t>
                      </a:r>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sz="1800" b="1" i="0" u="none" strike="noStrike" noProof="0">
                          <a:solidFill>
                            <a:srgbClr val="C00000"/>
                          </a:solidFill>
                          <a:latin typeface="Calibri"/>
                          <a:ea typeface="Calibri"/>
                          <a:cs typeface="Calibri"/>
                        </a:rPr>
                        <a:t>7.6</a:t>
                      </a:r>
                      <a:endParaRPr lang="en-US" sz="1800" b="1">
                        <a:solidFill>
                          <a:srgbClr val="C00000"/>
                        </a:solidFill>
                      </a:endParaRP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3115057882"/>
                  </a:ext>
                </a:extLst>
              </a:tr>
              <a:tr h="388000">
                <a:tc>
                  <a:txBody>
                    <a:bodyPr/>
                    <a:lstStyle/>
                    <a:p>
                      <a:pPr lvl="0" algn="l">
                        <a:lnSpc>
                          <a:spcPct val="100000"/>
                        </a:lnSpc>
                        <a:spcBef>
                          <a:spcPts val="0"/>
                        </a:spcBef>
                        <a:spcAft>
                          <a:spcPts val="0"/>
                        </a:spcAft>
                        <a:buNone/>
                      </a:pPr>
                      <a:r>
                        <a:rPr lang="en-US" sz="1400" b="0" i="0" u="none" strike="noStrike" noProof="0">
                          <a:solidFill>
                            <a:schemeClr val="tx2"/>
                          </a:solidFill>
                          <a:latin typeface="Arial"/>
                          <a:cs typeface="Arial"/>
                        </a:rPr>
                        <a:t>System</a:t>
                      </a:r>
                      <a:endParaRPr lang="en-US">
                        <a:solidFill>
                          <a:schemeClr val="tx2"/>
                        </a:solidFill>
                      </a:endParaRPr>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algn="r"/>
                      <a:r>
                        <a:rPr lang="en-US" b="1">
                          <a:solidFill>
                            <a:srgbClr val="BD3808"/>
                          </a:solidFill>
                        </a:rPr>
                        <a:t>6.6</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622293641"/>
                  </a:ext>
                </a:extLst>
              </a:tr>
              <a:tr h="388000">
                <a:tc>
                  <a:txBody>
                    <a:bodyPr/>
                    <a:lstStyle/>
                    <a:p>
                      <a:pPr lvl="0" algn="l">
                        <a:lnSpc>
                          <a:spcPct val="100000"/>
                        </a:lnSpc>
                        <a:spcBef>
                          <a:spcPts val="0"/>
                        </a:spcBef>
                        <a:spcAft>
                          <a:spcPts val="0"/>
                        </a:spcAft>
                        <a:buNone/>
                      </a:pPr>
                      <a:r>
                        <a:rPr lang="en-US" sz="1400" b="0" i="0" u="none" strike="noStrike" noProof="0">
                          <a:solidFill>
                            <a:schemeClr val="tx2"/>
                          </a:solidFill>
                          <a:latin typeface="Arial"/>
                          <a:cs typeface="Arial"/>
                        </a:rPr>
                        <a:t>Software</a:t>
                      </a:r>
                      <a:endParaRPr lang="en-US" sz="1400" b="0" i="0" u="none" strike="noStrike" noProof="0">
                        <a:solidFill>
                          <a:srgbClr val="FFFFFF"/>
                        </a:solidFill>
                        <a:latin typeface="Arial"/>
                        <a:cs typeface="Arial"/>
                      </a:endParaRPr>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a:solidFill>
                            <a:schemeClr val="tx2"/>
                          </a:solidFill>
                        </a:rPr>
                        <a:t>5.2</a:t>
                      </a:r>
                      <a:endParaRPr lang="en-US"/>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319419444"/>
                  </a:ext>
                </a:extLst>
              </a:tr>
              <a:tr h="388000">
                <a:tc>
                  <a:txBody>
                    <a:bodyPr/>
                    <a:lstStyle/>
                    <a:p>
                      <a:pPr lvl="0">
                        <a:buNone/>
                      </a:pPr>
                      <a:r>
                        <a:rPr lang="en-US">
                          <a:solidFill>
                            <a:schemeClr val="tx2"/>
                          </a:solidFill>
                        </a:rPr>
                        <a:t>Login Access</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a:solidFill>
                            <a:schemeClr val="bg1">
                              <a:lumMod val="76000"/>
                            </a:schemeClr>
                          </a:solidFill>
                        </a:rPr>
                        <a:t>0.3</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688114459"/>
                  </a:ext>
                </a:extLst>
              </a:tr>
            </a:tbl>
          </a:graphicData>
        </a:graphic>
      </p:graphicFrame>
      <p:pic>
        <p:nvPicPr>
          <p:cNvPr id="6" name="Picture 5" descr="A colorful pie chart with numbers and text&#10;&#10;AI-generated content may be incorrect.">
            <a:extLst>
              <a:ext uri="{FF2B5EF4-FFF2-40B4-BE49-F238E27FC236}">
                <a16:creationId xmlns:a16="http://schemas.microsoft.com/office/drawing/2014/main" id="{E1EF9427-6AB4-D11D-19CB-1FB4A79333D6}"/>
              </a:ext>
            </a:extLst>
          </p:cNvPr>
          <p:cNvPicPr>
            <a:picLocks noChangeAspect="1"/>
          </p:cNvPicPr>
          <p:nvPr/>
        </p:nvPicPr>
        <p:blipFill>
          <a:blip r:embed="rId3"/>
          <a:stretch>
            <a:fillRect/>
          </a:stretch>
        </p:blipFill>
        <p:spPr>
          <a:xfrm>
            <a:off x="545224" y="1290802"/>
            <a:ext cx="3511113" cy="2374682"/>
          </a:xfrm>
          <a:prstGeom prst="rect">
            <a:avLst/>
          </a:prstGeom>
        </p:spPr>
      </p:pic>
      <p:sp>
        <p:nvSpPr>
          <p:cNvPr id="7" name="TextBox 6">
            <a:extLst>
              <a:ext uri="{FF2B5EF4-FFF2-40B4-BE49-F238E27FC236}">
                <a16:creationId xmlns:a16="http://schemas.microsoft.com/office/drawing/2014/main" id="{3308E9AC-8DA9-EFFF-2CC0-5073F28E6051}"/>
              </a:ext>
            </a:extLst>
          </p:cNvPr>
          <p:cNvSpPr txBox="1"/>
          <p:nvPr/>
        </p:nvSpPr>
        <p:spPr>
          <a:xfrm>
            <a:off x="1116844" y="3934214"/>
            <a:ext cx="690135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ü"/>
            </a:pPr>
            <a:r>
              <a:rPr lang="en-US" sz="2000">
                <a:solidFill>
                  <a:schemeClr val="accent5"/>
                </a:solidFill>
                <a:latin typeface="Times New Roman"/>
                <a:cs typeface="Times New Roman"/>
              </a:rPr>
              <a:t>Hardware and System categories are operational bottlenecks.</a:t>
            </a:r>
            <a:endParaRPr lang="en-US" sz="2000">
              <a:solidFill>
                <a:schemeClr val="accent5"/>
              </a:solidFill>
            </a:endParaRPr>
          </a:p>
        </p:txBody>
      </p:sp>
    </p:spTree>
    <p:extLst>
      <p:ext uri="{BB962C8B-B14F-4D97-AF65-F5344CB8AC3E}">
        <p14:creationId xmlns:p14="http://schemas.microsoft.com/office/powerpoint/2010/main" val="2742476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81D2E83C-F9B9-E1AF-7846-C248A04BBC22}"/>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E9A6FC6C-26E8-BE3E-AD0D-5E5F33F30BAC}"/>
              </a:ext>
            </a:extLst>
          </p:cNvPr>
          <p:cNvSpPr txBox="1"/>
          <p:nvPr/>
        </p:nvSpPr>
        <p:spPr>
          <a:xfrm>
            <a:off x="545560" y="241509"/>
            <a:ext cx="6643836"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Ticket Distribution Over Issue Type </a:t>
            </a:r>
            <a:endParaRPr lang="en-US" sz="3000" b="1">
              <a:solidFill>
                <a:schemeClr val="dk1"/>
              </a:solidFill>
              <a:latin typeface="Times New Roman"/>
              <a:ea typeface="Lato"/>
              <a:cs typeface="Times New Roman"/>
            </a:endParaRPr>
          </a:p>
        </p:txBody>
      </p:sp>
      <p:pic>
        <p:nvPicPr>
          <p:cNvPr id="2" name="Picture 1">
            <a:extLst>
              <a:ext uri="{FF2B5EF4-FFF2-40B4-BE49-F238E27FC236}">
                <a16:creationId xmlns:a16="http://schemas.microsoft.com/office/drawing/2014/main" id="{F15E2D06-D5C5-DA8F-980E-4584E6BC2F06}"/>
              </a:ext>
            </a:extLst>
          </p:cNvPr>
          <p:cNvPicPr>
            <a:picLocks noChangeAspect="1"/>
          </p:cNvPicPr>
          <p:nvPr/>
        </p:nvPicPr>
        <p:blipFill>
          <a:blip r:embed="rId3"/>
          <a:stretch>
            <a:fillRect/>
          </a:stretch>
        </p:blipFill>
        <p:spPr>
          <a:xfrm>
            <a:off x="545554" y="1164566"/>
            <a:ext cx="6284478" cy="3612311"/>
          </a:xfrm>
          <a:prstGeom prst="rect">
            <a:avLst/>
          </a:prstGeom>
        </p:spPr>
      </p:pic>
    </p:spTree>
    <p:extLst>
      <p:ext uri="{BB962C8B-B14F-4D97-AF65-F5344CB8AC3E}">
        <p14:creationId xmlns:p14="http://schemas.microsoft.com/office/powerpoint/2010/main" val="15945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E054B7D6-08BC-BF6D-6EFC-7043B0FE22BB}"/>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96860FF2-6777-DBBF-08FB-DF886C57FCC6}"/>
              </a:ext>
            </a:extLst>
          </p:cNvPr>
          <p:cNvSpPr txBox="1"/>
          <p:nvPr/>
        </p:nvSpPr>
        <p:spPr>
          <a:xfrm>
            <a:off x="545560" y="241509"/>
            <a:ext cx="6643836"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Severity Analysis</a:t>
            </a:r>
            <a:endParaRPr lang="en-US">
              <a:solidFill>
                <a:schemeClr val="dk1"/>
              </a:solidFill>
            </a:endParaRPr>
          </a:p>
        </p:txBody>
      </p:sp>
      <p:graphicFrame>
        <p:nvGraphicFramePr>
          <p:cNvPr id="3" name="Table 2">
            <a:extLst>
              <a:ext uri="{FF2B5EF4-FFF2-40B4-BE49-F238E27FC236}">
                <a16:creationId xmlns:a16="http://schemas.microsoft.com/office/drawing/2014/main" id="{FC398D8F-2AE1-7151-B390-CAED8FE9E8DD}"/>
              </a:ext>
            </a:extLst>
          </p:cNvPr>
          <p:cNvGraphicFramePr>
            <a:graphicFrameLocks noGrp="1"/>
          </p:cNvGraphicFramePr>
          <p:nvPr>
            <p:extLst>
              <p:ext uri="{D42A27DB-BD31-4B8C-83A1-F6EECF244321}">
                <p14:modId xmlns:p14="http://schemas.microsoft.com/office/powerpoint/2010/main" val="3644322745"/>
              </p:ext>
            </p:extLst>
          </p:nvPr>
        </p:nvGraphicFramePr>
        <p:xfrm>
          <a:off x="543516" y="1086953"/>
          <a:ext cx="3548059" cy="2760770"/>
        </p:xfrm>
        <a:graphic>
          <a:graphicData uri="http://schemas.openxmlformats.org/drawingml/2006/table">
            <a:tbl>
              <a:tblPr firstRow="1" bandRow="1">
                <a:tableStyleId>{21E4AEA4-8DFA-4A89-87EB-49C32662AFE0}</a:tableStyleId>
              </a:tblPr>
              <a:tblGrid>
                <a:gridCol w="1321593">
                  <a:extLst>
                    <a:ext uri="{9D8B030D-6E8A-4147-A177-3AD203B41FA5}">
                      <a16:colId xmlns:a16="http://schemas.microsoft.com/office/drawing/2014/main" val="3451246428"/>
                    </a:ext>
                  </a:extLst>
                </a:gridCol>
                <a:gridCol w="2226466">
                  <a:extLst>
                    <a:ext uri="{9D8B030D-6E8A-4147-A177-3AD203B41FA5}">
                      <a16:colId xmlns:a16="http://schemas.microsoft.com/office/drawing/2014/main" val="1611835120"/>
                    </a:ext>
                  </a:extLst>
                </a:gridCol>
              </a:tblGrid>
              <a:tr h="746155">
                <a:tc>
                  <a:txBody>
                    <a:bodyPr/>
                    <a:lstStyle/>
                    <a:p>
                      <a:pPr lvl="0" algn="ctr">
                        <a:buNone/>
                      </a:pPr>
                      <a:r>
                        <a:rPr lang="en-US">
                          <a:solidFill>
                            <a:schemeClr val="tx2"/>
                          </a:solidFill>
                        </a:rPr>
                        <a:t>Severity</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ctr">
                        <a:buNone/>
                      </a:pPr>
                      <a:r>
                        <a:rPr lang="en-US">
                          <a:solidFill>
                            <a:schemeClr val="tx2"/>
                          </a:solidFill>
                        </a:rPr>
                        <a:t>Avg. Resolution Time (Days)</a:t>
                      </a:r>
                      <a:endParaRPr lang="en-US"/>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4087314184"/>
                  </a:ext>
                </a:extLst>
              </a:tr>
              <a:tr h="462616">
                <a:tc>
                  <a:txBody>
                    <a:bodyPr/>
                    <a:lstStyle/>
                    <a:p>
                      <a:pPr lvl="0">
                        <a:buNone/>
                      </a:pPr>
                      <a:r>
                        <a:rPr lang="en-US">
                          <a:solidFill>
                            <a:schemeClr val="bg2"/>
                          </a:solidFill>
                        </a:rPr>
                        <a:t>Urgent</a:t>
                      </a:r>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sz="1600" b="1" i="0" u="none" strike="noStrike" noProof="0">
                          <a:solidFill>
                            <a:schemeClr val="bg1">
                              <a:lumMod val="49000"/>
                            </a:schemeClr>
                          </a:solidFill>
                          <a:latin typeface="Calibri"/>
                          <a:ea typeface="Calibri"/>
                          <a:cs typeface="Calibri"/>
                        </a:rPr>
                        <a:t>2.0</a:t>
                      </a:r>
                      <a:endParaRPr lang="en-US" sz="1600">
                        <a:solidFill>
                          <a:schemeClr val="bg1">
                            <a:lumMod val="49000"/>
                          </a:schemeClr>
                        </a:solidFill>
                      </a:endParaRP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3115057882"/>
                  </a:ext>
                </a:extLst>
              </a:tr>
              <a:tr h="388000">
                <a:tc>
                  <a:txBody>
                    <a:bodyPr/>
                    <a:lstStyle/>
                    <a:p>
                      <a:pPr lvl="0" algn="l">
                        <a:lnSpc>
                          <a:spcPct val="100000"/>
                        </a:lnSpc>
                        <a:spcBef>
                          <a:spcPts val="0"/>
                        </a:spcBef>
                        <a:spcAft>
                          <a:spcPts val="0"/>
                        </a:spcAft>
                        <a:buNone/>
                      </a:pPr>
                      <a:r>
                        <a:rPr lang="en-US" sz="1400" b="0" i="0" u="none" strike="noStrike" noProof="0">
                          <a:solidFill>
                            <a:schemeClr val="tx2"/>
                          </a:solidFill>
                          <a:latin typeface="Arial"/>
                          <a:cs typeface="Arial"/>
                        </a:rPr>
                        <a:t>Minor</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b="0">
                          <a:solidFill>
                            <a:schemeClr val="tx2">
                              <a:lumMod val="76000"/>
                              <a:lumOff val="24000"/>
                            </a:schemeClr>
                          </a:solidFill>
                        </a:rPr>
                        <a:t>3.4</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622293641"/>
                  </a:ext>
                </a:extLst>
              </a:tr>
              <a:tr h="388000">
                <a:tc>
                  <a:txBody>
                    <a:bodyPr/>
                    <a:lstStyle/>
                    <a:p>
                      <a:pPr lvl="0" algn="l">
                        <a:lnSpc>
                          <a:spcPct val="100000"/>
                        </a:lnSpc>
                        <a:spcBef>
                          <a:spcPts val="0"/>
                        </a:spcBef>
                        <a:spcAft>
                          <a:spcPts val="0"/>
                        </a:spcAft>
                        <a:buNone/>
                      </a:pPr>
                      <a:r>
                        <a:rPr lang="en-US" sz="1400" b="0" i="0" u="none" strike="noStrike" noProof="0">
                          <a:solidFill>
                            <a:schemeClr val="tx2"/>
                          </a:solidFill>
                          <a:latin typeface="Arial"/>
                          <a:cs typeface="Arial"/>
                        </a:rPr>
                        <a:t>Major</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a:solidFill>
                            <a:srgbClr val="FF0000"/>
                          </a:solidFill>
                        </a:rPr>
                        <a:t>3.9</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319419444"/>
                  </a:ext>
                </a:extLst>
              </a:tr>
              <a:tr h="388000">
                <a:tc>
                  <a:txBody>
                    <a:bodyPr/>
                    <a:lstStyle/>
                    <a:p>
                      <a:pPr lvl="0">
                        <a:buNone/>
                      </a:pPr>
                      <a:r>
                        <a:rPr lang="en-US">
                          <a:solidFill>
                            <a:schemeClr val="tx2"/>
                          </a:solidFill>
                        </a:rPr>
                        <a:t>Normal</a:t>
                      </a:r>
                      <a:endParaRPr lang="en-US"/>
                    </a:p>
                  </a:txBody>
                  <a:tcPr>
                    <a:lnL w="12700">
                      <a:solidFill>
                        <a:srgbClr val="C00000"/>
                      </a:solidFill>
                    </a:lnL>
                    <a:lnR w="12700">
                      <a:solidFill>
                        <a:srgbClr val="C00000"/>
                      </a:solidFill>
                    </a:lnR>
                    <a:lnT w="12700">
                      <a:solidFill>
                        <a:srgbClr val="C00000"/>
                      </a:solidFill>
                    </a:lnT>
                    <a:lnB w="12700" cap="flat" cmpd="sng" algn="ctr">
                      <a:solidFill>
                        <a:srgbClr val="C00000"/>
                      </a:solidFill>
                      <a:prstDash val="solid"/>
                      <a:round/>
                      <a:headEnd type="none" w="med" len="med"/>
                      <a:tailEnd type="none" w="med" len="med"/>
                    </a:lnB>
                  </a:tcPr>
                </a:tc>
                <a:tc>
                  <a:txBody>
                    <a:bodyPr/>
                    <a:lstStyle/>
                    <a:p>
                      <a:pPr lvl="0" algn="r">
                        <a:buNone/>
                      </a:pPr>
                      <a:r>
                        <a:rPr lang="en-US">
                          <a:solidFill>
                            <a:srgbClr val="C00000"/>
                          </a:solidFill>
                        </a:rPr>
                        <a:t>4.7</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688114459"/>
                  </a:ext>
                </a:extLst>
              </a:tr>
              <a:tr h="387999">
                <a:tc>
                  <a:txBody>
                    <a:bodyPr/>
                    <a:lstStyle/>
                    <a:p>
                      <a:pPr lvl="0">
                        <a:buNone/>
                      </a:pPr>
                      <a:r>
                        <a:rPr lang="en-US">
                          <a:solidFill>
                            <a:schemeClr val="tx2"/>
                          </a:solidFill>
                        </a:rPr>
                        <a:t>Unclassified</a:t>
                      </a:r>
                      <a:endParaRPr lang="en-US" dirty="0">
                        <a:solidFill>
                          <a:schemeClr val="tx2"/>
                        </a:solidFill>
                      </a:endParaRPr>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r">
                        <a:buNone/>
                      </a:pPr>
                      <a:r>
                        <a:rPr lang="en-US">
                          <a:solidFill>
                            <a:schemeClr val="bg1">
                              <a:lumMod val="76000"/>
                            </a:schemeClr>
                          </a:solidFill>
                        </a:rPr>
                        <a:t>2.9</a:t>
                      </a:r>
                      <a:endParaRPr lang="en-US" dirty="0">
                        <a:solidFill>
                          <a:schemeClr val="bg1">
                            <a:lumMod val="76000"/>
                          </a:schemeClr>
                        </a:solidFill>
                      </a:endParaRPr>
                    </a:p>
                  </a:txBody>
                  <a:tcPr>
                    <a:lnL w="12700">
                      <a:solidFill>
                        <a:srgbClr val="C00000"/>
                      </a:solidFill>
                    </a:lnL>
                    <a:lnR w="12700">
                      <a:solidFill>
                        <a:srgbClr val="C00000"/>
                      </a:solidFill>
                    </a:lnR>
                    <a:lnT w="12700">
                      <a:solidFill>
                        <a:srgbClr val="C00000"/>
                      </a:solidFill>
                    </a:lnT>
                    <a:lnB w="12700">
                      <a:solidFill>
                        <a:srgbClr val="C00000"/>
                      </a:solidFill>
                    </a:lnB>
                  </a:tcPr>
                </a:tc>
                <a:extLst>
                  <a:ext uri="{0D108BD9-81ED-4DB2-BD59-A6C34878D82A}">
                    <a16:rowId xmlns:a16="http://schemas.microsoft.com/office/drawing/2014/main" val="2419420665"/>
                  </a:ext>
                </a:extLst>
              </a:tr>
            </a:tbl>
          </a:graphicData>
        </a:graphic>
      </p:graphicFrame>
      <p:sp>
        <p:nvSpPr>
          <p:cNvPr id="7" name="TextBox 6">
            <a:extLst>
              <a:ext uri="{FF2B5EF4-FFF2-40B4-BE49-F238E27FC236}">
                <a16:creationId xmlns:a16="http://schemas.microsoft.com/office/drawing/2014/main" id="{BCE23B1F-D616-EEB4-C4F7-283C7ACED33A}"/>
              </a:ext>
            </a:extLst>
          </p:cNvPr>
          <p:cNvSpPr txBox="1"/>
          <p:nvPr/>
        </p:nvSpPr>
        <p:spPr>
          <a:xfrm>
            <a:off x="1116844" y="4082016"/>
            <a:ext cx="690135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ü"/>
            </a:pPr>
            <a:r>
              <a:rPr lang="en-US" sz="2000">
                <a:solidFill>
                  <a:schemeClr val="accent5"/>
                </a:solidFill>
                <a:latin typeface="Times New Roman"/>
                <a:cs typeface="Times New Roman"/>
              </a:rPr>
              <a:t>Urgent tickets are resolved faster, showing effective prioritization.</a:t>
            </a:r>
            <a:endParaRPr lang="en-US"/>
          </a:p>
        </p:txBody>
      </p:sp>
      <p:pic>
        <p:nvPicPr>
          <p:cNvPr id="4" name="Picture 3">
            <a:extLst>
              <a:ext uri="{FF2B5EF4-FFF2-40B4-BE49-F238E27FC236}">
                <a16:creationId xmlns:a16="http://schemas.microsoft.com/office/drawing/2014/main" id="{ADBD14BE-1B4E-DB87-283A-583071FBE407}"/>
              </a:ext>
            </a:extLst>
          </p:cNvPr>
          <p:cNvPicPr>
            <a:picLocks noChangeAspect="1"/>
          </p:cNvPicPr>
          <p:nvPr/>
        </p:nvPicPr>
        <p:blipFill>
          <a:blip r:embed="rId3"/>
          <a:stretch>
            <a:fillRect/>
          </a:stretch>
        </p:blipFill>
        <p:spPr>
          <a:xfrm>
            <a:off x="4241289" y="1083879"/>
            <a:ext cx="3922915" cy="2758965"/>
          </a:xfrm>
          <a:prstGeom prst="rect">
            <a:avLst/>
          </a:prstGeom>
        </p:spPr>
      </p:pic>
    </p:spTree>
    <p:extLst>
      <p:ext uri="{BB962C8B-B14F-4D97-AF65-F5344CB8AC3E}">
        <p14:creationId xmlns:p14="http://schemas.microsoft.com/office/powerpoint/2010/main" val="1423740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2F1AEABD-8B29-FBC7-0072-361BC4D231F7}"/>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33C3D90D-FB69-5705-31C6-E2BBE54E52EF}"/>
              </a:ext>
            </a:extLst>
          </p:cNvPr>
          <p:cNvSpPr txBox="1"/>
          <p:nvPr/>
        </p:nvSpPr>
        <p:spPr>
          <a:xfrm>
            <a:off x="545560" y="241509"/>
            <a:ext cx="6643836"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Agent Performance Analysis</a:t>
            </a:r>
            <a:endParaRPr lang="en-US">
              <a:solidFill>
                <a:schemeClr val="dk1"/>
              </a:solidFill>
            </a:endParaRPr>
          </a:p>
        </p:txBody>
      </p:sp>
      <p:pic>
        <p:nvPicPr>
          <p:cNvPr id="2" name="Picture 1" descr="A graph of a performance&#10;&#10;AI-generated content may be incorrect.">
            <a:extLst>
              <a:ext uri="{FF2B5EF4-FFF2-40B4-BE49-F238E27FC236}">
                <a16:creationId xmlns:a16="http://schemas.microsoft.com/office/drawing/2014/main" id="{3142BF7C-CF39-17B7-C1BF-0F8DD7D82F48}"/>
              </a:ext>
            </a:extLst>
          </p:cNvPr>
          <p:cNvPicPr>
            <a:picLocks noChangeAspect="1"/>
          </p:cNvPicPr>
          <p:nvPr/>
        </p:nvPicPr>
        <p:blipFill>
          <a:blip r:embed="rId3"/>
          <a:stretch>
            <a:fillRect/>
          </a:stretch>
        </p:blipFill>
        <p:spPr>
          <a:xfrm>
            <a:off x="548829" y="886810"/>
            <a:ext cx="7583229" cy="4030060"/>
          </a:xfrm>
          <a:prstGeom prst="rect">
            <a:avLst/>
          </a:prstGeom>
        </p:spPr>
      </p:pic>
    </p:spTree>
    <p:extLst>
      <p:ext uri="{BB962C8B-B14F-4D97-AF65-F5344CB8AC3E}">
        <p14:creationId xmlns:p14="http://schemas.microsoft.com/office/powerpoint/2010/main" val="2072419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139C89DD-93CE-44D1-5A22-5DB2BB00471C}"/>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06DC3CDB-4E2D-46BB-3A0E-21868B229FBB}"/>
              </a:ext>
            </a:extLst>
          </p:cNvPr>
          <p:cNvSpPr txBox="1"/>
          <p:nvPr/>
        </p:nvSpPr>
        <p:spPr>
          <a:xfrm>
            <a:off x="545560" y="241509"/>
            <a:ext cx="6643836" cy="492412"/>
          </a:xfrm>
          <a:prstGeom prst="rect">
            <a:avLst/>
          </a:prstGeom>
          <a:noFill/>
          <a:ln>
            <a:noFill/>
          </a:ln>
        </p:spPr>
        <p:txBody>
          <a:bodyPr spcFirstLastPara="1" wrap="square" lIns="91425" tIns="91425" rIns="91425" bIns="91425" anchor="t" anchorCtr="0">
            <a:spAutoFit/>
          </a:bodyPr>
          <a:lstStyle/>
          <a:p>
            <a:r>
              <a:rPr lang="en-US" sz="2000" b="1">
                <a:solidFill>
                  <a:schemeClr val="accent4"/>
                </a:solidFill>
                <a:latin typeface="Times New Roman"/>
                <a:cs typeface="Times New Roman"/>
                <a:sym typeface="Lato"/>
              </a:rPr>
              <a:t>Insights</a:t>
            </a:r>
            <a:r>
              <a:rPr lang="en-US" sz="2000">
                <a:solidFill>
                  <a:schemeClr val="accent4"/>
                </a:solidFill>
                <a:latin typeface="Times New Roman"/>
                <a:cs typeface="Times New Roman"/>
                <a:sym typeface="Lato"/>
              </a:rPr>
              <a:t>:</a:t>
            </a:r>
            <a:endParaRPr lang="en-US" sz="2000">
              <a:solidFill>
                <a:schemeClr val="accent4"/>
              </a:solidFill>
              <a:latin typeface="Times New Roman"/>
              <a:cs typeface="Times New Roman"/>
            </a:endParaRPr>
          </a:p>
        </p:txBody>
      </p:sp>
      <p:sp>
        <p:nvSpPr>
          <p:cNvPr id="4" name="TextBox 3">
            <a:extLst>
              <a:ext uri="{FF2B5EF4-FFF2-40B4-BE49-F238E27FC236}">
                <a16:creationId xmlns:a16="http://schemas.microsoft.com/office/drawing/2014/main" id="{826AF445-49EC-4EC1-4CF6-183EC51F1662}"/>
              </a:ext>
            </a:extLst>
          </p:cNvPr>
          <p:cNvSpPr txBox="1"/>
          <p:nvPr/>
        </p:nvSpPr>
        <p:spPr>
          <a:xfrm>
            <a:off x="545702" y="728259"/>
            <a:ext cx="664516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solidFill>
                  <a:schemeClr val="accent5"/>
                </a:solidFill>
                <a:latin typeface="Times New Roman"/>
                <a:cs typeface="Times New Roman"/>
              </a:rPr>
              <a:t>Performance variation exists among agents</a:t>
            </a:r>
            <a:endParaRPr lang="en-US" dirty="0">
              <a:solidFill>
                <a:schemeClr val="accent5"/>
              </a:solidFill>
              <a:latin typeface="Times New Roman"/>
              <a:cs typeface="Times New Roman"/>
            </a:endParaRPr>
          </a:p>
          <a:p>
            <a:pPr marL="285750" indent="-285750">
              <a:buChar char="•"/>
            </a:pPr>
            <a:r>
              <a:rPr lang="en-US" dirty="0">
                <a:solidFill>
                  <a:schemeClr val="accent5"/>
                </a:solidFill>
                <a:latin typeface="Times New Roman"/>
                <a:cs typeface="Times New Roman"/>
              </a:rPr>
              <a:t>Some agents require targeted </a:t>
            </a:r>
            <a:r>
              <a:rPr lang="en-US">
                <a:solidFill>
                  <a:schemeClr val="accent5"/>
                </a:solidFill>
                <a:latin typeface="Times New Roman"/>
                <a:cs typeface="Times New Roman"/>
              </a:rPr>
              <a:t>training</a:t>
            </a:r>
            <a:endParaRPr lang="en-US" dirty="0">
              <a:solidFill>
                <a:schemeClr val="accent5"/>
              </a:solidFill>
              <a:latin typeface="Times New Roman"/>
              <a:cs typeface="Times New Roman"/>
            </a:endParaRPr>
          </a:p>
          <a:p>
            <a:pPr marL="285750" indent="-285750">
              <a:buChar char="•"/>
            </a:pPr>
            <a:r>
              <a:rPr lang="en-US">
                <a:solidFill>
                  <a:schemeClr val="accent5"/>
                </a:solidFill>
                <a:latin typeface="Times New Roman"/>
                <a:cs typeface="Times New Roman"/>
              </a:rPr>
              <a:t>Workload</a:t>
            </a:r>
            <a:r>
              <a:rPr lang="en-US" dirty="0">
                <a:solidFill>
                  <a:schemeClr val="accent5"/>
                </a:solidFill>
                <a:latin typeface="Times New Roman"/>
                <a:cs typeface="Times New Roman"/>
              </a:rPr>
              <a:t> distribution is uneven</a:t>
            </a:r>
            <a:endParaRPr lang="en-US">
              <a:solidFill>
                <a:schemeClr val="accent5"/>
              </a:solidFill>
              <a:latin typeface="Times New Roman"/>
              <a:cs typeface="Times New Roman"/>
            </a:endParaRPr>
          </a:p>
        </p:txBody>
      </p:sp>
      <p:sp>
        <p:nvSpPr>
          <p:cNvPr id="3" name="TextBox 2">
            <a:extLst>
              <a:ext uri="{FF2B5EF4-FFF2-40B4-BE49-F238E27FC236}">
                <a16:creationId xmlns:a16="http://schemas.microsoft.com/office/drawing/2014/main" id="{87E41E2D-9E20-8B52-A26A-C7C15EE47A27}"/>
              </a:ext>
            </a:extLst>
          </p:cNvPr>
          <p:cNvSpPr txBox="1"/>
          <p:nvPr/>
        </p:nvSpPr>
        <p:spPr>
          <a:xfrm>
            <a:off x="5060567" y="1586405"/>
            <a:ext cx="296983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solidFill>
                  <a:schemeClr val="accent5"/>
                </a:solidFill>
                <a:latin typeface="Times New Roman"/>
                <a:cs typeface="Times New Roman"/>
              </a:rPr>
              <a:t>These are some agents who requires training to improve their average resolution time.</a:t>
            </a:r>
            <a:br>
              <a:rPr lang="en-US" dirty="0">
                <a:solidFill>
                  <a:schemeClr val="accent5"/>
                </a:solidFill>
                <a:latin typeface="Times New Roman"/>
                <a:cs typeface="Times New Roman"/>
              </a:rPr>
            </a:br>
            <a:br>
              <a:rPr lang="en-US" dirty="0">
                <a:solidFill>
                  <a:schemeClr val="accent5"/>
                </a:solidFill>
                <a:latin typeface="Times New Roman"/>
                <a:cs typeface="Times New Roman"/>
              </a:rPr>
            </a:br>
            <a:r>
              <a:rPr lang="en-US">
                <a:solidFill>
                  <a:schemeClr val="accent5"/>
                </a:solidFill>
                <a:latin typeface="Times New Roman"/>
                <a:cs typeface="Times New Roman"/>
              </a:rPr>
              <a:t>The matrix shows the agents with average resolution time above the overall average and has less satisfaction rate that average satisfaction rate</a:t>
            </a:r>
            <a:endParaRPr lang="en-US">
              <a:solidFill>
                <a:schemeClr val="accent5"/>
              </a:solidFill>
            </a:endParaRPr>
          </a:p>
          <a:p>
            <a:pPr marL="285750" indent="-285750">
              <a:buChar char="•"/>
            </a:pPr>
            <a:endParaRPr lang="en-US" dirty="0">
              <a:solidFill>
                <a:schemeClr val="accent5"/>
              </a:solidFill>
              <a:latin typeface="Times New Roman"/>
              <a:cs typeface="Times New Roman"/>
            </a:endParaRPr>
          </a:p>
          <a:p>
            <a:pPr marL="285750" indent="-285750">
              <a:buChar char="•"/>
            </a:pPr>
            <a:endParaRPr lang="en-US" dirty="0">
              <a:solidFill>
                <a:schemeClr val="accent5"/>
              </a:solidFill>
              <a:latin typeface="Times New Roman"/>
              <a:cs typeface="Times New Roman"/>
            </a:endParaRPr>
          </a:p>
        </p:txBody>
      </p:sp>
      <p:pic>
        <p:nvPicPr>
          <p:cNvPr id="2" name="Picture 1">
            <a:extLst>
              <a:ext uri="{FF2B5EF4-FFF2-40B4-BE49-F238E27FC236}">
                <a16:creationId xmlns:a16="http://schemas.microsoft.com/office/drawing/2014/main" id="{51ED73F0-39CF-0CB6-E874-1B843E55850E}"/>
              </a:ext>
            </a:extLst>
          </p:cNvPr>
          <p:cNvPicPr>
            <a:picLocks noChangeAspect="1"/>
          </p:cNvPicPr>
          <p:nvPr/>
        </p:nvPicPr>
        <p:blipFill>
          <a:blip r:embed="rId3"/>
          <a:stretch>
            <a:fillRect/>
          </a:stretch>
        </p:blipFill>
        <p:spPr>
          <a:xfrm>
            <a:off x="421071" y="1589854"/>
            <a:ext cx="4774325" cy="2830897"/>
          </a:xfrm>
          <a:prstGeom prst="rect">
            <a:avLst/>
          </a:prstGeom>
        </p:spPr>
      </p:pic>
    </p:spTree>
    <p:extLst>
      <p:ext uri="{BB962C8B-B14F-4D97-AF65-F5344CB8AC3E}">
        <p14:creationId xmlns:p14="http://schemas.microsoft.com/office/powerpoint/2010/main" val="1520857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2B64ABD6-0B17-DA91-D2DA-29617965CD53}"/>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AE96DD89-9B75-3B94-5143-4C5DEBA20575}"/>
              </a:ext>
            </a:extLst>
          </p:cNvPr>
          <p:cNvSpPr txBox="1"/>
          <p:nvPr/>
        </p:nvSpPr>
        <p:spPr>
          <a:xfrm>
            <a:off x="545560" y="241509"/>
            <a:ext cx="6643836"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Customer Satisfaction Analysis</a:t>
            </a:r>
            <a:endParaRPr lang="en-US">
              <a:solidFill>
                <a:schemeClr val="dk1"/>
              </a:solidFill>
            </a:endParaRPr>
          </a:p>
        </p:txBody>
      </p:sp>
      <p:pic>
        <p:nvPicPr>
          <p:cNvPr id="4" name="Picture 3" descr="A graph with blue dots&#10;&#10;AI-generated content may be incorrect.">
            <a:extLst>
              <a:ext uri="{FF2B5EF4-FFF2-40B4-BE49-F238E27FC236}">
                <a16:creationId xmlns:a16="http://schemas.microsoft.com/office/drawing/2014/main" id="{84E57CEC-49F0-7CAE-EF15-29136CFE32EC}"/>
              </a:ext>
            </a:extLst>
          </p:cNvPr>
          <p:cNvPicPr>
            <a:picLocks noChangeAspect="1"/>
          </p:cNvPicPr>
          <p:nvPr/>
        </p:nvPicPr>
        <p:blipFill>
          <a:blip r:embed="rId3"/>
          <a:stretch>
            <a:fillRect/>
          </a:stretch>
        </p:blipFill>
        <p:spPr>
          <a:xfrm>
            <a:off x="235474" y="886811"/>
            <a:ext cx="3913838" cy="3044715"/>
          </a:xfrm>
          <a:prstGeom prst="rect">
            <a:avLst/>
          </a:prstGeom>
        </p:spPr>
      </p:pic>
      <p:pic>
        <p:nvPicPr>
          <p:cNvPr id="5" name="Picture 4">
            <a:extLst>
              <a:ext uri="{FF2B5EF4-FFF2-40B4-BE49-F238E27FC236}">
                <a16:creationId xmlns:a16="http://schemas.microsoft.com/office/drawing/2014/main" id="{37F00639-C82D-B2BE-0E3D-D5F5F6267478}"/>
              </a:ext>
            </a:extLst>
          </p:cNvPr>
          <p:cNvPicPr>
            <a:picLocks noChangeAspect="1"/>
          </p:cNvPicPr>
          <p:nvPr/>
        </p:nvPicPr>
        <p:blipFill>
          <a:blip r:embed="rId4"/>
          <a:stretch>
            <a:fillRect/>
          </a:stretch>
        </p:blipFill>
        <p:spPr>
          <a:xfrm>
            <a:off x="4334860" y="887631"/>
            <a:ext cx="3913133" cy="1900073"/>
          </a:xfrm>
          <a:prstGeom prst="rect">
            <a:avLst/>
          </a:prstGeom>
        </p:spPr>
      </p:pic>
      <p:sp>
        <p:nvSpPr>
          <p:cNvPr id="6" name="TextBox 5">
            <a:extLst>
              <a:ext uri="{FF2B5EF4-FFF2-40B4-BE49-F238E27FC236}">
                <a16:creationId xmlns:a16="http://schemas.microsoft.com/office/drawing/2014/main" id="{9269DAA4-4CFD-291D-9754-53AA2DA8E80C}"/>
              </a:ext>
            </a:extLst>
          </p:cNvPr>
          <p:cNvSpPr txBox="1"/>
          <p:nvPr/>
        </p:nvSpPr>
        <p:spPr>
          <a:xfrm>
            <a:off x="4335517" y="3409293"/>
            <a:ext cx="341914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5"/>
                </a:solidFill>
                <a:latin typeface="Times New Roman"/>
                <a:cs typeface="Times New Roman"/>
              </a:rPr>
              <a:t>Faster resolution does not always guarantee higher satisfaction.</a:t>
            </a:r>
          </a:p>
        </p:txBody>
      </p:sp>
    </p:spTree>
    <p:extLst>
      <p:ext uri="{BB962C8B-B14F-4D97-AF65-F5344CB8AC3E}">
        <p14:creationId xmlns:p14="http://schemas.microsoft.com/office/powerpoint/2010/main" val="2096349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EABF4864-27A5-39D0-1F54-680E701B5474}"/>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8F2B86A1-EA59-ED81-BD67-EED7E0EF199A}"/>
              </a:ext>
            </a:extLst>
          </p:cNvPr>
          <p:cNvSpPr txBox="1"/>
          <p:nvPr/>
        </p:nvSpPr>
        <p:spPr>
          <a:xfrm>
            <a:off x="545560" y="241509"/>
            <a:ext cx="6643836"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Operational Trends</a:t>
            </a:r>
            <a:endParaRPr lang="en-US">
              <a:solidFill>
                <a:schemeClr val="dk1"/>
              </a:solidFill>
            </a:endParaRPr>
          </a:p>
        </p:txBody>
      </p:sp>
      <p:pic>
        <p:nvPicPr>
          <p:cNvPr id="2" name="Picture 1" descr="A graph of average resolution&#10;&#10;AI-generated content may be incorrect.">
            <a:extLst>
              <a:ext uri="{FF2B5EF4-FFF2-40B4-BE49-F238E27FC236}">
                <a16:creationId xmlns:a16="http://schemas.microsoft.com/office/drawing/2014/main" id="{800F0D45-6079-901C-6C28-3944848499C0}"/>
              </a:ext>
            </a:extLst>
          </p:cNvPr>
          <p:cNvPicPr>
            <a:picLocks noChangeAspect="1"/>
          </p:cNvPicPr>
          <p:nvPr/>
        </p:nvPicPr>
        <p:blipFill>
          <a:blip r:embed="rId3"/>
          <a:stretch>
            <a:fillRect/>
          </a:stretch>
        </p:blipFill>
        <p:spPr>
          <a:xfrm>
            <a:off x="274887" y="2236733"/>
            <a:ext cx="4022226" cy="2670285"/>
          </a:xfrm>
          <a:prstGeom prst="rect">
            <a:avLst/>
          </a:prstGeom>
        </p:spPr>
      </p:pic>
      <p:pic>
        <p:nvPicPr>
          <p:cNvPr id="3" name="Picture 2" descr="A graph of average resolution&#10;&#10;AI-generated content may be incorrect.">
            <a:extLst>
              <a:ext uri="{FF2B5EF4-FFF2-40B4-BE49-F238E27FC236}">
                <a16:creationId xmlns:a16="http://schemas.microsoft.com/office/drawing/2014/main" id="{DA292211-219A-080D-082D-7374A5FC6781}"/>
              </a:ext>
            </a:extLst>
          </p:cNvPr>
          <p:cNvPicPr>
            <a:picLocks noChangeAspect="1"/>
          </p:cNvPicPr>
          <p:nvPr/>
        </p:nvPicPr>
        <p:blipFill>
          <a:blip r:embed="rId4"/>
          <a:stretch>
            <a:fillRect/>
          </a:stretch>
        </p:blipFill>
        <p:spPr>
          <a:xfrm>
            <a:off x="4570991" y="2236733"/>
            <a:ext cx="3884278" cy="2670285"/>
          </a:xfrm>
          <a:prstGeom prst="rect">
            <a:avLst/>
          </a:prstGeom>
        </p:spPr>
      </p:pic>
      <p:sp>
        <p:nvSpPr>
          <p:cNvPr id="7" name="TextBox 6">
            <a:extLst>
              <a:ext uri="{FF2B5EF4-FFF2-40B4-BE49-F238E27FC236}">
                <a16:creationId xmlns:a16="http://schemas.microsoft.com/office/drawing/2014/main" id="{22F4903F-3523-5CBF-25DD-32870331ABD0}"/>
              </a:ext>
            </a:extLst>
          </p:cNvPr>
          <p:cNvSpPr txBox="1"/>
          <p:nvPr/>
        </p:nvSpPr>
        <p:spPr>
          <a:xfrm>
            <a:off x="541940" y="1064172"/>
            <a:ext cx="675946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accent5"/>
                </a:solidFill>
                <a:latin typeface="Times New Roman"/>
                <a:cs typeface="Times New Roman"/>
              </a:rPr>
              <a:t>• Team performance remained stable under increasing workload</a:t>
            </a:r>
            <a:br>
              <a:rPr lang="en-US" sz="1600" dirty="0">
                <a:latin typeface="Times New Roman"/>
                <a:cs typeface="Times New Roman"/>
              </a:rPr>
            </a:br>
            <a:r>
              <a:rPr lang="en-US" sz="1600">
                <a:solidFill>
                  <a:schemeClr val="accent5"/>
                </a:solidFill>
                <a:latin typeface="Times New Roman"/>
                <a:cs typeface="Times New Roman"/>
              </a:rPr>
              <a:t>• Resolution time improvements are limited</a:t>
            </a:r>
            <a:br>
              <a:rPr lang="en-US" sz="1600" dirty="0">
                <a:latin typeface="Times New Roman"/>
                <a:cs typeface="Times New Roman"/>
              </a:rPr>
            </a:br>
            <a:r>
              <a:rPr lang="en-US" sz="1600">
                <a:solidFill>
                  <a:schemeClr val="accent5"/>
                </a:solidFill>
                <a:latin typeface="Times New Roman"/>
                <a:cs typeface="Times New Roman"/>
              </a:rPr>
              <a:t>• Operational pressure is increasing</a:t>
            </a:r>
            <a:endParaRPr lang="en-US" sz="1600" dirty="0">
              <a:solidFill>
                <a:schemeClr val="accent5"/>
              </a:solidFill>
              <a:latin typeface="Times New Roman"/>
              <a:cs typeface="Times New Roman"/>
            </a:endParaRPr>
          </a:p>
          <a:p>
            <a:pPr algn="ctr"/>
            <a:endParaRPr lang="en-US" sz="1600" dirty="0">
              <a:solidFill>
                <a:schemeClr val="accent5"/>
              </a:solidFill>
              <a:latin typeface="Times New Roman"/>
              <a:cs typeface="Times New Roman"/>
            </a:endParaRPr>
          </a:p>
        </p:txBody>
      </p:sp>
    </p:spTree>
    <p:extLst>
      <p:ext uri="{BB962C8B-B14F-4D97-AF65-F5344CB8AC3E}">
        <p14:creationId xmlns:p14="http://schemas.microsoft.com/office/powerpoint/2010/main" val="3667264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233CF8D8-3162-67D6-EAE6-CD2DC00173EB}"/>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A2BE2711-8B83-A377-15DC-1FE24DDB77E6}"/>
              </a:ext>
            </a:extLst>
          </p:cNvPr>
          <p:cNvSpPr txBox="1"/>
          <p:nvPr/>
        </p:nvSpPr>
        <p:spPr>
          <a:xfrm>
            <a:off x="545560" y="241509"/>
            <a:ext cx="7796689"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INVESTMENT DECISION ANALYSIS</a:t>
            </a:r>
            <a:endParaRPr lang="en-US" b="1">
              <a:solidFill>
                <a:schemeClr val="dk1"/>
              </a:solidFill>
              <a:latin typeface="Times New Roman"/>
              <a:cs typeface="Times New Roman"/>
            </a:endParaRPr>
          </a:p>
        </p:txBody>
      </p:sp>
      <p:sp>
        <p:nvSpPr>
          <p:cNvPr id="7" name="TextBox 6">
            <a:extLst>
              <a:ext uri="{FF2B5EF4-FFF2-40B4-BE49-F238E27FC236}">
                <a16:creationId xmlns:a16="http://schemas.microsoft.com/office/drawing/2014/main" id="{27A88E52-A5B9-22EA-6C2B-8A4499194BBE}"/>
              </a:ext>
            </a:extLst>
          </p:cNvPr>
          <p:cNvSpPr txBox="1"/>
          <p:nvPr/>
        </p:nvSpPr>
        <p:spPr>
          <a:xfrm>
            <a:off x="541940" y="1064172"/>
            <a:ext cx="67594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accent5"/>
                </a:solidFill>
                <a:latin typeface="Times New Roman"/>
                <a:cs typeface="Times New Roman"/>
              </a:rPr>
              <a:t>Where Should the Company Invest?</a:t>
            </a:r>
          </a:p>
        </p:txBody>
      </p:sp>
      <p:graphicFrame>
        <p:nvGraphicFramePr>
          <p:cNvPr id="6" name="Table 5">
            <a:extLst>
              <a:ext uri="{FF2B5EF4-FFF2-40B4-BE49-F238E27FC236}">
                <a16:creationId xmlns:a16="http://schemas.microsoft.com/office/drawing/2014/main" id="{F941EC47-9655-9D12-F238-12CDF25B33C8}"/>
              </a:ext>
            </a:extLst>
          </p:cNvPr>
          <p:cNvGraphicFramePr>
            <a:graphicFrameLocks noGrp="1"/>
          </p:cNvGraphicFramePr>
          <p:nvPr>
            <p:extLst>
              <p:ext uri="{D42A27DB-BD31-4B8C-83A1-F6EECF244321}">
                <p14:modId xmlns:p14="http://schemas.microsoft.com/office/powerpoint/2010/main" val="3995273552"/>
              </p:ext>
            </p:extLst>
          </p:nvPr>
        </p:nvGraphicFramePr>
        <p:xfrm>
          <a:off x="543516" y="1707720"/>
          <a:ext cx="5703272" cy="1726772"/>
        </p:xfrm>
        <a:graphic>
          <a:graphicData uri="http://schemas.openxmlformats.org/drawingml/2006/table">
            <a:tbl>
              <a:tblPr firstRow="1" bandRow="1">
                <a:tableStyleId>{21E4AEA4-8DFA-4A89-87EB-49C32662AFE0}</a:tableStyleId>
              </a:tblPr>
              <a:tblGrid>
                <a:gridCol w="3500908">
                  <a:extLst>
                    <a:ext uri="{9D8B030D-6E8A-4147-A177-3AD203B41FA5}">
                      <a16:colId xmlns:a16="http://schemas.microsoft.com/office/drawing/2014/main" val="3451246428"/>
                    </a:ext>
                  </a:extLst>
                </a:gridCol>
                <a:gridCol w="2202364">
                  <a:extLst>
                    <a:ext uri="{9D8B030D-6E8A-4147-A177-3AD203B41FA5}">
                      <a16:colId xmlns:a16="http://schemas.microsoft.com/office/drawing/2014/main" val="1611835120"/>
                    </a:ext>
                  </a:extLst>
                </a:gridCol>
              </a:tblGrid>
              <a:tr h="488156">
                <a:tc>
                  <a:txBody>
                    <a:bodyPr/>
                    <a:lstStyle/>
                    <a:p>
                      <a:pPr lvl="0" algn="ctr">
                        <a:buNone/>
                      </a:pPr>
                      <a:r>
                        <a:rPr lang="en-US">
                          <a:solidFill>
                            <a:schemeClr val="tx2"/>
                          </a:solidFill>
                        </a:rPr>
                        <a:t>Investment</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0" algn="ctr">
                        <a:buNone/>
                      </a:pPr>
                      <a:r>
                        <a:rPr lang="en-US">
                          <a:solidFill>
                            <a:schemeClr val="tx2"/>
                          </a:solidFill>
                        </a:rPr>
                        <a:t>Impact</a:t>
                      </a:r>
                      <a:endParaRPr lang="en-US"/>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4087314184"/>
                  </a:ext>
                </a:extLst>
              </a:tr>
              <a:tr h="462616">
                <a:tc>
                  <a:txBody>
                    <a:bodyPr/>
                    <a:lstStyle/>
                    <a:p>
                      <a:pPr lvl="0">
                        <a:buNone/>
                      </a:pPr>
                      <a:r>
                        <a:rPr lang="en-US">
                          <a:solidFill>
                            <a:schemeClr val="bg2"/>
                          </a:solidFill>
                        </a:rPr>
                        <a:t>More Agents</a:t>
                      </a:r>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1" algn="ctr">
                        <a:buNone/>
                      </a:pPr>
                      <a:r>
                        <a:rPr lang="en-US" sz="1600" b="1" i="0" u="none" strike="noStrike" noProof="0">
                          <a:solidFill>
                            <a:schemeClr val="bg1">
                              <a:lumMod val="49000"/>
                            </a:schemeClr>
                          </a:solidFill>
                          <a:latin typeface="Calibri"/>
                          <a:ea typeface="Calibri"/>
                          <a:cs typeface="Calibri"/>
                        </a:rPr>
                        <a:t>Medium</a:t>
                      </a:r>
                      <a:endParaRPr lang="en-US"/>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3115057882"/>
                  </a:ext>
                </a:extLst>
              </a:tr>
              <a:tr h="388000">
                <a:tc>
                  <a:txBody>
                    <a:bodyPr/>
                    <a:lstStyle/>
                    <a:p>
                      <a:pPr lvl="0" algn="l">
                        <a:lnSpc>
                          <a:spcPct val="100000"/>
                        </a:lnSpc>
                        <a:spcBef>
                          <a:spcPts val="0"/>
                        </a:spcBef>
                        <a:spcAft>
                          <a:spcPts val="0"/>
                        </a:spcAft>
                        <a:buNone/>
                      </a:pPr>
                      <a:r>
                        <a:rPr lang="en-US" sz="1400" b="0" i="0" u="none" strike="noStrike" noProof="0">
                          <a:solidFill>
                            <a:schemeClr val="tx2"/>
                          </a:solidFill>
                          <a:latin typeface="Arial"/>
                          <a:cs typeface="Arial"/>
                        </a:rPr>
                        <a:t>Training Programs</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1" algn="ctr">
                        <a:buNone/>
                      </a:pPr>
                      <a:r>
                        <a:rPr lang="en-US" b="0">
                          <a:solidFill>
                            <a:schemeClr val="tx2">
                              <a:lumMod val="76000"/>
                              <a:lumOff val="24000"/>
                            </a:schemeClr>
                          </a:solidFill>
                        </a:rPr>
                        <a:t>High</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622293641"/>
                  </a:ext>
                </a:extLst>
              </a:tr>
              <a:tr h="388000">
                <a:tc>
                  <a:txBody>
                    <a:bodyPr/>
                    <a:lstStyle/>
                    <a:p>
                      <a:pPr lvl="0" algn="l">
                        <a:lnSpc>
                          <a:spcPct val="100000"/>
                        </a:lnSpc>
                        <a:spcBef>
                          <a:spcPts val="0"/>
                        </a:spcBef>
                        <a:spcAft>
                          <a:spcPts val="0"/>
                        </a:spcAft>
                        <a:buNone/>
                      </a:pPr>
                      <a:r>
                        <a:rPr lang="en-US" sz="1400" b="0" i="0" u="none" strike="noStrike" noProof="0">
                          <a:solidFill>
                            <a:schemeClr val="tx2"/>
                          </a:solidFill>
                          <a:latin typeface="Arial"/>
                          <a:cs typeface="Arial"/>
                        </a:rPr>
                        <a:t>Software &amp; Hardware Upgrade</a:t>
                      </a:r>
                      <a:endParaRPr lang="en-US"/>
                    </a:p>
                  </a:txBody>
                  <a:tcPr>
                    <a:lnL w="12700">
                      <a:solidFill>
                        <a:srgbClr val="C00000"/>
                      </a:solidFill>
                    </a:lnL>
                    <a:lnR w="12700">
                      <a:solidFill>
                        <a:srgbClr val="C00000"/>
                      </a:solidFill>
                    </a:lnR>
                    <a:lnT w="12700">
                      <a:solidFill>
                        <a:srgbClr val="C00000"/>
                      </a:solidFill>
                    </a:lnT>
                    <a:lnB w="12700">
                      <a:solidFill>
                        <a:srgbClr val="C00000"/>
                      </a:solidFill>
                    </a:lnB>
                  </a:tcPr>
                </a:tc>
                <a:tc>
                  <a:txBody>
                    <a:bodyPr/>
                    <a:lstStyle/>
                    <a:p>
                      <a:pPr lvl="1" algn="ctr">
                        <a:buNone/>
                      </a:pPr>
                      <a:r>
                        <a:rPr lang="en-US">
                          <a:solidFill>
                            <a:srgbClr val="FF0000"/>
                          </a:solidFill>
                        </a:rPr>
                        <a:t>Highest</a:t>
                      </a:r>
                    </a:p>
                  </a:txBody>
                  <a:tcPr>
                    <a:lnL w="12700">
                      <a:solidFill>
                        <a:srgbClr val="C00000"/>
                      </a:solidFill>
                    </a:lnL>
                    <a:lnR w="12700" cap="flat" cmpd="sng" algn="ctr">
                      <a:solidFill>
                        <a:srgbClr val="C00000"/>
                      </a:solidFill>
                      <a:prstDash val="solid"/>
                      <a:round/>
                      <a:headEnd type="none" w="med" len="med"/>
                      <a:tailEnd type="none" w="med" len="med"/>
                    </a:lnR>
                    <a:lnT w="12700">
                      <a:solidFill>
                        <a:srgbClr val="C00000"/>
                      </a:solidFill>
                    </a:lnT>
                    <a:lnB w="12700">
                      <a:solidFill>
                        <a:srgbClr val="C00000"/>
                      </a:solidFill>
                    </a:lnB>
                  </a:tcPr>
                </a:tc>
                <a:extLst>
                  <a:ext uri="{0D108BD9-81ED-4DB2-BD59-A6C34878D82A}">
                    <a16:rowId xmlns:a16="http://schemas.microsoft.com/office/drawing/2014/main" val="319419444"/>
                  </a:ext>
                </a:extLst>
              </a:tr>
            </a:tbl>
          </a:graphicData>
        </a:graphic>
      </p:graphicFrame>
      <p:sp>
        <p:nvSpPr>
          <p:cNvPr id="8" name="TextBox 7">
            <a:extLst>
              <a:ext uri="{FF2B5EF4-FFF2-40B4-BE49-F238E27FC236}">
                <a16:creationId xmlns:a16="http://schemas.microsoft.com/office/drawing/2014/main" id="{A7EE3533-3AFC-5443-50C3-8233F0E9B7E1}"/>
              </a:ext>
            </a:extLst>
          </p:cNvPr>
          <p:cNvSpPr txBox="1"/>
          <p:nvPr/>
        </p:nvSpPr>
        <p:spPr>
          <a:xfrm>
            <a:off x="541940" y="3714750"/>
            <a:ext cx="735067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solidFill>
                  <a:schemeClr val="accent5"/>
                </a:solidFill>
                <a:latin typeface="Times New Roman"/>
                <a:cs typeface="Times New Roman"/>
              </a:rPr>
              <a:t>Upgrade ticket </a:t>
            </a:r>
            <a:r>
              <a:rPr lang="en-US" sz="1600">
                <a:solidFill>
                  <a:schemeClr val="accent5"/>
                </a:solidFill>
                <a:latin typeface="Times New Roman"/>
                <a:cs typeface="Times New Roman"/>
              </a:rPr>
              <a:t>management</a:t>
            </a:r>
            <a:r>
              <a:rPr lang="en-US">
                <a:solidFill>
                  <a:schemeClr val="accent5"/>
                </a:solidFill>
                <a:latin typeface="Times New Roman"/>
                <a:cs typeface="Times New Roman"/>
              </a:rPr>
              <a:t> Hardware and software first, then improve training programs.</a:t>
            </a:r>
            <a:endParaRPr lang="en-US">
              <a:solidFill>
                <a:schemeClr val="accent5"/>
              </a:solidFill>
            </a:endParaRPr>
          </a:p>
        </p:txBody>
      </p:sp>
    </p:spTree>
    <p:extLst>
      <p:ext uri="{BB962C8B-B14F-4D97-AF65-F5344CB8AC3E}">
        <p14:creationId xmlns:p14="http://schemas.microsoft.com/office/powerpoint/2010/main" val="2276330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23E0D2F1-7F15-EB69-BD53-22C02CC458F8}"/>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C9ACBBA9-AB25-6551-730D-6840C2ADCCD8}"/>
              </a:ext>
            </a:extLst>
          </p:cNvPr>
          <p:cNvSpPr txBox="1"/>
          <p:nvPr/>
        </p:nvSpPr>
        <p:spPr>
          <a:xfrm>
            <a:off x="545560" y="241509"/>
            <a:ext cx="7796689" cy="646300"/>
          </a:xfrm>
          <a:prstGeom prst="rect">
            <a:avLst/>
          </a:prstGeom>
          <a:noFill/>
          <a:ln>
            <a:noFill/>
          </a:ln>
        </p:spPr>
        <p:txBody>
          <a:bodyPr spcFirstLastPara="1" wrap="square" lIns="91425" tIns="91425" rIns="91425" bIns="91425" anchor="t" anchorCtr="0">
            <a:spAutoFit/>
          </a:bodyPr>
          <a:lstStyle/>
          <a:p>
            <a:r>
              <a:rPr lang="en-US" sz="3000" b="1" dirty="0">
                <a:solidFill>
                  <a:schemeClr val="dk1"/>
                </a:solidFill>
                <a:latin typeface="Times New Roman"/>
                <a:ea typeface="Lato"/>
                <a:cs typeface="Times New Roman"/>
                <a:sym typeface="Lato"/>
              </a:rPr>
              <a:t>Visualization </a:t>
            </a:r>
            <a:r>
              <a:rPr lang="en-US" sz="3000" b="1">
                <a:solidFill>
                  <a:schemeClr val="dk1"/>
                </a:solidFill>
                <a:latin typeface="Times New Roman"/>
                <a:ea typeface="Lato"/>
                <a:cs typeface="Times New Roman"/>
                <a:sym typeface="Lato"/>
              </a:rPr>
              <a:t>Dashboard</a:t>
            </a:r>
            <a:endParaRPr lang="en-US">
              <a:solidFill>
                <a:schemeClr val="dk1"/>
              </a:solidFill>
            </a:endParaRPr>
          </a:p>
        </p:txBody>
      </p:sp>
      <p:pic>
        <p:nvPicPr>
          <p:cNvPr id="5" name="Picture 4" descr="A screenshot of a graph&#10;&#10;AI-generated content may be incorrect.">
            <a:extLst>
              <a:ext uri="{FF2B5EF4-FFF2-40B4-BE49-F238E27FC236}">
                <a16:creationId xmlns:a16="http://schemas.microsoft.com/office/drawing/2014/main" id="{C0B423C8-24C3-0E10-C3A9-5703F1105BBB}"/>
              </a:ext>
            </a:extLst>
          </p:cNvPr>
          <p:cNvPicPr>
            <a:picLocks noChangeAspect="1"/>
          </p:cNvPicPr>
          <p:nvPr/>
        </p:nvPicPr>
        <p:blipFill>
          <a:blip r:embed="rId3"/>
          <a:stretch>
            <a:fillRect/>
          </a:stretch>
        </p:blipFill>
        <p:spPr>
          <a:xfrm>
            <a:off x="0" y="1079507"/>
            <a:ext cx="9144000" cy="4062786"/>
          </a:xfrm>
          <a:prstGeom prst="rect">
            <a:avLst/>
          </a:prstGeom>
        </p:spPr>
      </p:pic>
    </p:spTree>
    <p:extLst>
      <p:ext uri="{BB962C8B-B14F-4D97-AF65-F5344CB8AC3E}">
        <p14:creationId xmlns:p14="http://schemas.microsoft.com/office/powerpoint/2010/main" val="4035651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AB6090EC-DA28-82A3-2370-8FA81A6A039D}"/>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0B6462C7-AAEA-7119-77A5-A61B1D9EAFC6}"/>
              </a:ext>
            </a:extLst>
          </p:cNvPr>
          <p:cNvSpPr txBox="1"/>
          <p:nvPr/>
        </p:nvSpPr>
        <p:spPr>
          <a:xfrm>
            <a:off x="545560" y="241509"/>
            <a:ext cx="7796689" cy="646300"/>
          </a:xfrm>
          <a:prstGeom prst="rect">
            <a:avLst/>
          </a:prstGeom>
          <a:noFill/>
          <a:ln>
            <a:noFill/>
          </a:ln>
        </p:spPr>
        <p:txBody>
          <a:bodyPr spcFirstLastPara="1" wrap="square" lIns="91425" tIns="91425" rIns="91425" bIns="91425" anchor="t" anchorCtr="0">
            <a:spAutoFit/>
          </a:bodyPr>
          <a:lstStyle/>
          <a:p>
            <a:r>
              <a:rPr lang="en-US" sz="3000" b="1" dirty="0">
                <a:solidFill>
                  <a:schemeClr val="dk1"/>
                </a:solidFill>
                <a:latin typeface="Times New Roman"/>
                <a:ea typeface="Lato"/>
                <a:cs typeface="Times New Roman"/>
                <a:sym typeface="Lato"/>
              </a:rPr>
              <a:t>Visualization </a:t>
            </a:r>
            <a:r>
              <a:rPr lang="en-US" sz="3000" b="1">
                <a:solidFill>
                  <a:schemeClr val="dk1"/>
                </a:solidFill>
                <a:latin typeface="Times New Roman"/>
                <a:ea typeface="Lato"/>
                <a:cs typeface="Times New Roman"/>
                <a:sym typeface="Lato"/>
              </a:rPr>
              <a:t>Dashboard</a:t>
            </a:r>
            <a:endParaRPr lang="en-US">
              <a:solidFill>
                <a:schemeClr val="dk1"/>
              </a:solidFill>
            </a:endParaRPr>
          </a:p>
        </p:txBody>
      </p:sp>
      <p:pic>
        <p:nvPicPr>
          <p:cNvPr id="5" name="Picture 4" descr="A screenshot of a graph&#10;&#10;AI-generated content may be incorrect.">
            <a:extLst>
              <a:ext uri="{FF2B5EF4-FFF2-40B4-BE49-F238E27FC236}">
                <a16:creationId xmlns:a16="http://schemas.microsoft.com/office/drawing/2014/main" id="{F59D849D-D498-1B93-9005-4D4C42AEBA50}"/>
              </a:ext>
            </a:extLst>
          </p:cNvPr>
          <p:cNvPicPr>
            <a:picLocks noChangeAspect="1"/>
          </p:cNvPicPr>
          <p:nvPr/>
        </p:nvPicPr>
        <p:blipFill>
          <a:blip r:embed="rId3"/>
          <a:stretch>
            <a:fillRect/>
          </a:stretch>
        </p:blipFill>
        <p:spPr>
          <a:xfrm>
            <a:off x="0" y="1079507"/>
            <a:ext cx="9144000" cy="3663815"/>
          </a:xfrm>
          <a:prstGeom prst="rect">
            <a:avLst/>
          </a:prstGeom>
        </p:spPr>
      </p:pic>
      <p:pic>
        <p:nvPicPr>
          <p:cNvPr id="2" name="Picture 1" descr="A multiple screenshots of a graph&#10;&#10;AI-generated content may be incorrect.">
            <a:extLst>
              <a:ext uri="{FF2B5EF4-FFF2-40B4-BE49-F238E27FC236}">
                <a16:creationId xmlns:a16="http://schemas.microsoft.com/office/drawing/2014/main" id="{42F5ED3E-68E1-ED09-11D8-4A05295B5E98}"/>
              </a:ext>
            </a:extLst>
          </p:cNvPr>
          <p:cNvPicPr>
            <a:picLocks noChangeAspect="1"/>
          </p:cNvPicPr>
          <p:nvPr/>
        </p:nvPicPr>
        <p:blipFill>
          <a:blip r:embed="rId4"/>
          <a:stretch>
            <a:fillRect/>
          </a:stretch>
        </p:blipFill>
        <p:spPr>
          <a:xfrm>
            <a:off x="0" y="377"/>
            <a:ext cx="9144000" cy="5142747"/>
          </a:xfrm>
          <a:prstGeom prst="rect">
            <a:avLst/>
          </a:prstGeom>
        </p:spPr>
      </p:pic>
    </p:spTree>
    <p:extLst>
      <p:ext uri="{BB962C8B-B14F-4D97-AF65-F5344CB8AC3E}">
        <p14:creationId xmlns:p14="http://schemas.microsoft.com/office/powerpoint/2010/main" val="1941078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322DBDDE-4969-71A8-F46E-E5E3357D3595}"/>
            </a:ext>
          </a:extLst>
        </p:cNvPr>
        <p:cNvGrpSpPr/>
        <p:nvPr/>
      </p:nvGrpSpPr>
      <p:grpSpPr>
        <a:xfrm>
          <a:off x="0" y="0"/>
          <a:ext cx="0" cy="0"/>
          <a:chOff x="0" y="0"/>
          <a:chExt cx="0" cy="0"/>
        </a:xfrm>
      </p:grpSpPr>
      <p:pic>
        <p:nvPicPr>
          <p:cNvPr id="4" name="Picture 3" descr="A magnifying glass and a light bulb&#10;&#10;AI-generated content may be incorrect.">
            <a:extLst>
              <a:ext uri="{FF2B5EF4-FFF2-40B4-BE49-F238E27FC236}">
                <a16:creationId xmlns:a16="http://schemas.microsoft.com/office/drawing/2014/main" id="{52463796-F888-856E-EFBB-9833E0740253}"/>
              </a:ext>
            </a:extLst>
          </p:cNvPr>
          <p:cNvPicPr>
            <a:picLocks noChangeAspect="1"/>
          </p:cNvPicPr>
          <p:nvPr/>
        </p:nvPicPr>
        <p:blipFill>
          <a:blip r:embed="rId3"/>
          <a:stretch>
            <a:fillRect/>
          </a:stretch>
        </p:blipFill>
        <p:spPr>
          <a:xfrm>
            <a:off x="6124248" y="2320816"/>
            <a:ext cx="2778015" cy="2827282"/>
          </a:xfrm>
          <a:prstGeom prst="rect">
            <a:avLst/>
          </a:prstGeom>
        </p:spPr>
      </p:pic>
      <p:sp>
        <p:nvSpPr>
          <p:cNvPr id="700" name="Google Shape;700;p9">
            <a:extLst>
              <a:ext uri="{FF2B5EF4-FFF2-40B4-BE49-F238E27FC236}">
                <a16:creationId xmlns:a16="http://schemas.microsoft.com/office/drawing/2014/main" id="{34B96B9E-B34D-1684-7D85-DEE1798B87D7}"/>
              </a:ext>
            </a:extLst>
          </p:cNvPr>
          <p:cNvSpPr txBox="1"/>
          <p:nvPr/>
        </p:nvSpPr>
        <p:spPr>
          <a:xfrm>
            <a:off x="545560" y="241509"/>
            <a:ext cx="7796689"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sym typeface="Lato"/>
              </a:rPr>
              <a:t>KEY INSIGHTS</a:t>
            </a:r>
            <a:endParaRPr lang="en-US" b="1">
              <a:solidFill>
                <a:schemeClr val="dk1"/>
              </a:solidFill>
              <a:latin typeface="Times New Roman"/>
              <a:cs typeface="Times New Roman"/>
            </a:endParaRPr>
          </a:p>
        </p:txBody>
      </p:sp>
      <p:sp>
        <p:nvSpPr>
          <p:cNvPr id="3" name="TextBox 2">
            <a:extLst>
              <a:ext uri="{FF2B5EF4-FFF2-40B4-BE49-F238E27FC236}">
                <a16:creationId xmlns:a16="http://schemas.microsoft.com/office/drawing/2014/main" id="{FCDA8B55-1875-B668-DE13-73A83ED7D5BA}"/>
              </a:ext>
            </a:extLst>
          </p:cNvPr>
          <p:cNvSpPr txBox="1"/>
          <p:nvPr/>
        </p:nvSpPr>
        <p:spPr>
          <a:xfrm>
            <a:off x="541940" y="1290802"/>
            <a:ext cx="631606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00" dirty="0">
                <a:solidFill>
                  <a:schemeClr val="accent5"/>
                </a:solidFill>
                <a:latin typeface="Times New Roman"/>
                <a:cs typeface="Times New Roman"/>
              </a:rPr>
              <a:t>Ticket volume is increasing steadily </a:t>
            </a:r>
          </a:p>
          <a:p>
            <a:pPr marL="285750" indent="-285750">
              <a:buChar char="•"/>
            </a:pPr>
            <a:r>
              <a:rPr lang="en-US" sz="1800">
                <a:solidFill>
                  <a:schemeClr val="accent5"/>
                </a:solidFill>
                <a:latin typeface="Times New Roman"/>
                <a:cs typeface="Times New Roman"/>
              </a:rPr>
              <a:t>Hardware tickets are slowest</a:t>
            </a:r>
            <a:endParaRPr lang="en-US" sz="1800" dirty="0">
              <a:solidFill>
                <a:schemeClr val="accent5"/>
              </a:solidFill>
              <a:latin typeface="Times New Roman"/>
              <a:cs typeface="Times New Roman"/>
            </a:endParaRPr>
          </a:p>
          <a:p>
            <a:pPr marL="285750" indent="-285750">
              <a:buChar char="•"/>
            </a:pPr>
            <a:r>
              <a:rPr lang="en-US" sz="1800" dirty="0">
                <a:solidFill>
                  <a:schemeClr val="accent5"/>
                </a:solidFill>
                <a:latin typeface="Times New Roman"/>
                <a:cs typeface="Times New Roman"/>
              </a:rPr>
              <a:t>Urgent tickets </a:t>
            </a:r>
            <a:r>
              <a:rPr lang="en-US" sz="1800">
                <a:solidFill>
                  <a:schemeClr val="accent5"/>
                </a:solidFill>
                <a:latin typeface="Times New Roman"/>
                <a:cs typeface="Times New Roman"/>
              </a:rPr>
              <a:t>are prioritized effectively</a:t>
            </a:r>
            <a:endParaRPr lang="en-US" sz="1800" dirty="0">
              <a:solidFill>
                <a:schemeClr val="accent5"/>
              </a:solidFill>
              <a:latin typeface="Times New Roman"/>
              <a:cs typeface="Times New Roman"/>
            </a:endParaRPr>
          </a:p>
          <a:p>
            <a:pPr marL="285750" indent="-285750">
              <a:buChar char="•"/>
            </a:pPr>
            <a:r>
              <a:rPr lang="en-US" sz="1800">
                <a:solidFill>
                  <a:schemeClr val="accent5"/>
                </a:solidFill>
                <a:latin typeface="Times New Roman"/>
                <a:cs typeface="Times New Roman"/>
              </a:rPr>
              <a:t>Some agents require training</a:t>
            </a:r>
            <a:endParaRPr lang="en-US" sz="1800" dirty="0">
              <a:solidFill>
                <a:schemeClr val="accent5"/>
              </a:solidFill>
              <a:latin typeface="Times New Roman"/>
              <a:cs typeface="Times New Roman"/>
            </a:endParaRPr>
          </a:p>
          <a:p>
            <a:pPr marL="285750" indent="-285750">
              <a:buChar char="•"/>
            </a:pPr>
            <a:r>
              <a:rPr lang="en-US" sz="1800" dirty="0">
                <a:solidFill>
                  <a:schemeClr val="accent5"/>
                </a:solidFill>
                <a:latin typeface="Times New Roman"/>
                <a:cs typeface="Times New Roman"/>
              </a:rPr>
              <a:t>Process inefficiency is a bigger issue than manpower shortage</a:t>
            </a:r>
          </a:p>
          <a:p>
            <a:pPr marL="285750" indent="-285750">
              <a:buChar char="•"/>
            </a:pPr>
            <a:r>
              <a:rPr lang="en-US" sz="1800">
                <a:solidFill>
                  <a:schemeClr val="accent5"/>
                </a:solidFill>
                <a:latin typeface="Times New Roman"/>
                <a:cs typeface="Times New Roman"/>
              </a:rPr>
              <a:t>Technology investment offers best ROI</a:t>
            </a:r>
            <a:endParaRPr lang="en-US" sz="1800" dirty="0">
              <a:solidFill>
                <a:schemeClr val="accent5"/>
              </a:solidFill>
              <a:latin typeface="Times New Roman"/>
              <a:cs typeface="Times New Roman"/>
            </a:endParaRPr>
          </a:p>
        </p:txBody>
      </p:sp>
    </p:spTree>
    <p:extLst>
      <p:ext uri="{BB962C8B-B14F-4D97-AF65-F5344CB8AC3E}">
        <p14:creationId xmlns:p14="http://schemas.microsoft.com/office/powerpoint/2010/main" val="62576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9">
          <a:extLst>
            <a:ext uri="{FF2B5EF4-FFF2-40B4-BE49-F238E27FC236}">
              <a16:creationId xmlns:a16="http://schemas.microsoft.com/office/drawing/2014/main" id="{BB2678EF-3315-116E-8EF0-175A3BB33F3C}"/>
            </a:ext>
          </a:extLst>
        </p:cNvPr>
        <p:cNvGrpSpPr/>
        <p:nvPr/>
      </p:nvGrpSpPr>
      <p:grpSpPr>
        <a:xfrm>
          <a:off x="0" y="0"/>
          <a:ext cx="0" cy="0"/>
          <a:chOff x="0" y="0"/>
          <a:chExt cx="0" cy="0"/>
        </a:xfrm>
      </p:grpSpPr>
      <p:sp>
        <p:nvSpPr>
          <p:cNvPr id="700" name="Google Shape;700;p9">
            <a:extLst>
              <a:ext uri="{FF2B5EF4-FFF2-40B4-BE49-F238E27FC236}">
                <a16:creationId xmlns:a16="http://schemas.microsoft.com/office/drawing/2014/main" id="{071F7718-DF4A-1B6A-C4BA-80911ADD91C4}"/>
              </a:ext>
            </a:extLst>
          </p:cNvPr>
          <p:cNvSpPr txBox="1"/>
          <p:nvPr/>
        </p:nvSpPr>
        <p:spPr>
          <a:xfrm>
            <a:off x="545560" y="241509"/>
            <a:ext cx="7796689" cy="646300"/>
          </a:xfrm>
          <a:prstGeom prst="rect">
            <a:avLst/>
          </a:prstGeom>
          <a:noFill/>
          <a:ln>
            <a:noFill/>
          </a:ln>
        </p:spPr>
        <p:txBody>
          <a:bodyPr spcFirstLastPara="1" wrap="square" lIns="91425" tIns="91425" rIns="91425" bIns="91425" anchor="t" anchorCtr="0">
            <a:spAutoFit/>
          </a:bodyPr>
          <a:lstStyle/>
          <a:p>
            <a:r>
              <a:rPr lang="en-US" sz="3000" b="1">
                <a:solidFill>
                  <a:schemeClr val="dk1"/>
                </a:solidFill>
                <a:latin typeface="Times New Roman"/>
                <a:ea typeface="Lato"/>
                <a:cs typeface="Times New Roman"/>
              </a:rPr>
              <a:t>Conclusion</a:t>
            </a:r>
            <a:endParaRPr lang="en-US" sz="3000" b="1" dirty="0">
              <a:solidFill>
                <a:schemeClr val="dk1"/>
              </a:solidFill>
              <a:latin typeface="Times New Roman"/>
              <a:ea typeface="Lato"/>
              <a:cs typeface="Times New Roman"/>
            </a:endParaRPr>
          </a:p>
        </p:txBody>
      </p:sp>
      <p:sp>
        <p:nvSpPr>
          <p:cNvPr id="3" name="TextBox 2">
            <a:extLst>
              <a:ext uri="{FF2B5EF4-FFF2-40B4-BE49-F238E27FC236}">
                <a16:creationId xmlns:a16="http://schemas.microsoft.com/office/drawing/2014/main" id="{71ECCB3C-7DD5-A84A-379A-F07A67515F5F}"/>
              </a:ext>
            </a:extLst>
          </p:cNvPr>
          <p:cNvSpPr txBox="1"/>
          <p:nvPr/>
        </p:nvSpPr>
        <p:spPr>
          <a:xfrm>
            <a:off x="541940" y="1290802"/>
            <a:ext cx="641459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Char char="•"/>
            </a:pPr>
            <a:r>
              <a:rPr lang="en-US" sz="1800" dirty="0">
                <a:solidFill>
                  <a:schemeClr val="accent5"/>
                </a:solidFill>
                <a:latin typeface="Calibri"/>
                <a:ea typeface="Calibri"/>
                <a:cs typeface="Calibri"/>
              </a:rPr>
              <a:t>The analysis demonstrates that the IT support team is handling growing workloads effectively, but operational inefficiencies remain in specific categories and workflows. </a:t>
            </a:r>
            <a:endParaRPr lang="en-US" sz="1800">
              <a:solidFill>
                <a:schemeClr val="accent5"/>
              </a:solidFill>
              <a:latin typeface="Calibri"/>
              <a:ea typeface="Calibri"/>
              <a:cs typeface="Calibri"/>
            </a:endParaRPr>
          </a:p>
          <a:p>
            <a:pPr algn="just"/>
            <a:endParaRPr lang="en-US" sz="1800" dirty="0">
              <a:solidFill>
                <a:schemeClr val="accent5"/>
              </a:solidFill>
              <a:latin typeface="Calibri"/>
              <a:ea typeface="Calibri"/>
              <a:cs typeface="Calibri"/>
            </a:endParaRPr>
          </a:p>
          <a:p>
            <a:pPr marL="285750" indent="-285750" algn="just">
              <a:buChar char="•"/>
            </a:pPr>
            <a:r>
              <a:rPr lang="en-US" sz="1800">
                <a:solidFill>
                  <a:schemeClr val="accent5"/>
                </a:solidFill>
                <a:latin typeface="Calibri"/>
                <a:ea typeface="Calibri"/>
                <a:cs typeface="Calibri"/>
              </a:rPr>
              <a:t>Strategic investments in automation, software </a:t>
            </a:r>
            <a:r>
              <a:rPr lang="en-US" sz="1800" dirty="0">
                <a:solidFill>
                  <a:schemeClr val="accent5"/>
                </a:solidFill>
                <a:latin typeface="Calibri"/>
                <a:ea typeface="Calibri"/>
                <a:cs typeface="Calibri"/>
              </a:rPr>
              <a:t>upgrades, and targeted training can significantly improve resolution efficiency and service quality.</a:t>
            </a:r>
            <a:endParaRPr lang="en-US" sz="1800">
              <a:solidFill>
                <a:schemeClr val="accent5"/>
              </a:solidFill>
              <a:latin typeface="Calibri"/>
              <a:ea typeface="Calibri"/>
              <a:cs typeface="Calibri"/>
            </a:endParaRPr>
          </a:p>
          <a:p>
            <a:pPr marL="285750" indent="-285750" algn="just">
              <a:buChar char="•"/>
            </a:pPr>
            <a:endParaRPr lang="en-US" sz="1800" dirty="0">
              <a:solidFill>
                <a:schemeClr val="accent5"/>
              </a:solidFill>
              <a:latin typeface="Calibri"/>
              <a:ea typeface="Calibri"/>
              <a:cs typeface="Calibri"/>
            </a:endParaRPr>
          </a:p>
        </p:txBody>
      </p:sp>
    </p:spTree>
    <p:extLst>
      <p:ext uri="{BB962C8B-B14F-4D97-AF65-F5344CB8AC3E}">
        <p14:creationId xmlns:p14="http://schemas.microsoft.com/office/powerpoint/2010/main" val="1230961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3" name="TextBox 2">
            <a:extLst>
              <a:ext uri="{FF2B5EF4-FFF2-40B4-BE49-F238E27FC236}">
                <a16:creationId xmlns:a16="http://schemas.microsoft.com/office/drawing/2014/main" id="{0F337A23-3402-B738-0491-16365860C0AE}"/>
              </a:ext>
            </a:extLst>
          </p:cNvPr>
          <p:cNvSpPr txBox="1"/>
          <p:nvPr/>
        </p:nvSpPr>
        <p:spPr>
          <a:xfrm>
            <a:off x="959689" y="4350948"/>
            <a:ext cx="68795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chemeClr val="accent5"/>
                </a:solidFill>
                <a:latin typeface="Times New Roman"/>
                <a:cs typeface="Times New Roman"/>
              </a:rPr>
              <a:t>"Data-driven decisions lead to operational excellence."</a:t>
            </a:r>
            <a:endParaRPr lang="en-US" sz="2000" b="1" dirty="0">
              <a:solidFill>
                <a:schemeClr val="accent5"/>
              </a:solidFill>
              <a:latin typeface="Times New Roman"/>
              <a:cs typeface="Times New Roman"/>
            </a:endParaRPr>
          </a:p>
        </p:txBody>
      </p:sp>
      <p:pic>
        <p:nvPicPr>
          <p:cNvPr id="4" name="Picture 3" descr="A blue and white thank you card&#10;&#10;AI-generated content may be incorrect.">
            <a:extLst>
              <a:ext uri="{FF2B5EF4-FFF2-40B4-BE49-F238E27FC236}">
                <a16:creationId xmlns:a16="http://schemas.microsoft.com/office/drawing/2014/main" id="{8519F679-FF32-1127-485C-81E3BBEE2E57}"/>
              </a:ext>
            </a:extLst>
          </p:cNvPr>
          <p:cNvPicPr>
            <a:picLocks noChangeAspect="1"/>
          </p:cNvPicPr>
          <p:nvPr/>
        </p:nvPicPr>
        <p:blipFill>
          <a:blip r:embed="rId3"/>
          <a:stretch>
            <a:fillRect/>
          </a:stretch>
        </p:blipFill>
        <p:spPr>
          <a:xfrm>
            <a:off x="434017" y="0"/>
            <a:ext cx="8275966" cy="5143500"/>
          </a:xfrm>
          <a:prstGeom prst="rect">
            <a:avLst/>
          </a:prstGeom>
        </p:spPr>
      </p:pic>
    </p:spTree>
  </p:cSld>
  <p:clrMapOvr>
    <a:masterClrMapping/>
  </p:clrMapOvr>
</p:sld>
</file>

<file path=ppt/theme/theme1.xml><?xml version="1.0" encoding="utf-8"?>
<a:theme xmlns:a="http://schemas.openxmlformats.org/drawingml/2006/main"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Technology Market Research Pitch Deck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414</cp:revision>
  <dcterms:modified xsi:type="dcterms:W3CDTF">2026-05-13T19:40:03Z</dcterms:modified>
</cp:coreProperties>
</file>