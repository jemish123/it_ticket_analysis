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12.png" ContentType="image/png"/>
  <Override PartName="/ppt/media/image3.png" ContentType="image/png"/>
  <Override PartName="/ppt/media/image8.png" ContentType="image/png"/>
  <Override PartName="/ppt/media/image17.png" ContentType="image/png"/>
  <Override PartName="/ppt/media/image11.png" ContentType="image/png"/>
  <Override PartName="/ppt/media/image2.png" ContentType="image/png"/>
  <Override PartName="/ppt/media/image7.png" ContentType="image/png"/>
  <Override PartName="/ppt/media/image16.png" ContentType="image/png"/>
  <Override PartName="/ppt/media/image5.png" ContentType="image/png"/>
  <Override PartName="/ppt/media/image14.png" ContentType="image/png"/>
  <Override PartName="/ppt/media/image9.jpeg" ContentType="image/jpeg"/>
  <Override PartName="/ppt/media/image10.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1.jpeg" ContentType="image/jpeg"/>
  <Override PartName="/ppt/media/image15.png" ContentType="image/png"/>
  <Override PartName="/ppt/media/image6.png" ContentType="image/png"/>
  <Override PartName="/ppt/media/image21.png" ContentType="image/png"/>
  <Override PartName="/ppt/media/image19.png" ContentType="image/png"/>
  <Override PartName="/ppt/media/image20.png" ContentType="image/png"/>
  <Override PartName="/ppt/media/image18.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15" name="PlaceHolder 1"/>
          <p:cNvSpPr>
            <a:spLocks noGrp="1"/>
          </p:cNvSpPr>
          <p:nvPr>
            <p:ph type="title"/>
          </p:nvPr>
        </p:nvSpPr>
        <p:spPr>
          <a:xfrm>
            <a:off x="1116000" y="1999080"/>
            <a:ext cx="4384440" cy="1698480"/>
          </a:xfrm>
          <a:prstGeom prst="rect">
            <a:avLst/>
          </a:prstGeom>
          <a:noFill/>
          <a:ln w="0">
            <a:noFill/>
          </a:ln>
        </p:spPr>
        <p:txBody>
          <a:bodyPr lIns="0" rIns="0" tIns="0" bIns="0" anchor="ctr">
            <a:noAutofit/>
          </a:bodyPr>
          <a:p>
            <a:pPr indent="0">
              <a:buNone/>
            </a:pPr>
            <a:endParaRPr b="0" lang="en-IN" sz="1400" spc="-1" strike="noStrike">
              <a:solidFill>
                <a:srgbClr val="000000"/>
              </a:solidFill>
              <a:latin typeface="Arial"/>
            </a:endParaRPr>
          </a:p>
        </p:txBody>
      </p:sp>
      <p:sp>
        <p:nvSpPr>
          <p:cNvPr id="1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IN" sz="3200" spc="-1" strike="noStrike">
              <a:solidFill>
                <a:srgbClr val="ffffff"/>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2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383" name="PlaceHolder 1"/>
          <p:cNvSpPr>
            <a:spLocks noGrp="1"/>
          </p:cNvSpPr>
          <p:nvPr>
            <p:ph type="title"/>
          </p:nvPr>
        </p:nvSpPr>
        <p:spPr>
          <a:xfrm>
            <a:off x="1116000" y="1999080"/>
            <a:ext cx="4384440" cy="1698480"/>
          </a:xfrm>
          <a:prstGeom prst="rect">
            <a:avLst/>
          </a:prstGeom>
          <a:noFill/>
          <a:ln w="0">
            <a:noFill/>
          </a:ln>
        </p:spPr>
        <p:txBody>
          <a:bodyPr lIns="0" rIns="0" tIns="0" bIns="0" anchor="ctr">
            <a:noAutofit/>
          </a:bodyPr>
          <a:p>
            <a:pPr indent="0">
              <a:buNone/>
            </a:pPr>
            <a:endParaRPr b="0" lang="en-IN" sz="1400" spc="-1" strike="noStrike">
              <a:solidFill>
                <a:srgbClr val="000000"/>
              </a:solidFill>
              <a:latin typeface="Arial"/>
            </a:endParaRPr>
          </a:p>
        </p:txBody>
      </p:sp>
      <p:sp>
        <p:nvSpPr>
          <p:cNvPr id="38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IN"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08" name="PlaceHolder 1"/>
          <p:cNvSpPr>
            <a:spLocks noGrp="1"/>
          </p:cNvSpPr>
          <p:nvPr>
            <p:ph type="title"/>
          </p:nvPr>
        </p:nvSpPr>
        <p:spPr>
          <a:xfrm>
            <a:off x="1116000" y="1999080"/>
            <a:ext cx="4384440" cy="1698480"/>
          </a:xfrm>
          <a:prstGeom prst="rect">
            <a:avLst/>
          </a:prstGeom>
          <a:noFill/>
          <a:ln w="0">
            <a:noFill/>
          </a:ln>
        </p:spPr>
        <p:txBody>
          <a:bodyPr lIns="0" rIns="0" tIns="0" bIns="0" anchor="ctr">
            <a:noAutofit/>
          </a:bodyPr>
          <a:p>
            <a:pPr indent="0">
              <a:buNone/>
            </a:pPr>
            <a:endParaRPr b="0" lang="en-IN" sz="1400" spc="-1" strike="noStrike">
              <a:solidFill>
                <a:srgbClr val="000000"/>
              </a:solidFill>
              <a:latin typeface="Arial"/>
            </a:endParaRPr>
          </a:p>
        </p:txBody>
      </p:sp>
      <p:sp>
        <p:nvSpPr>
          <p:cNvPr id="40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IN" sz="1400" spc="-1" strike="noStrike">
              <a:solidFill>
                <a:srgbClr val="000000"/>
              </a:solidFill>
              <a:latin typeface="Arial"/>
            </a:endParaRPr>
          </a:p>
        </p:txBody>
      </p:sp>
      <p:sp>
        <p:nvSpPr>
          <p:cNvPr id="41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IN" sz="14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39" name="PlaceHolder 1"/>
          <p:cNvSpPr>
            <a:spLocks noGrp="1"/>
          </p:cNvSpPr>
          <p:nvPr>
            <p:ph type="title"/>
          </p:nvPr>
        </p:nvSpPr>
        <p:spPr>
          <a:xfrm>
            <a:off x="1116000" y="1999080"/>
            <a:ext cx="4384440" cy="1698480"/>
          </a:xfrm>
          <a:prstGeom prst="rect">
            <a:avLst/>
          </a:prstGeom>
          <a:noFill/>
          <a:ln w="0">
            <a:noFill/>
          </a:ln>
        </p:spPr>
        <p:txBody>
          <a:bodyPr lIns="0" rIns="0" tIns="0" bIns="0" anchor="ctr">
            <a:noAutofit/>
          </a:bodyPr>
          <a:p>
            <a:pPr indent="0">
              <a:buNone/>
            </a:pPr>
            <a:endParaRPr b="0" lang="en-IN"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116000" y="1999080"/>
            <a:ext cx="4384440" cy="1698480"/>
          </a:xfrm>
          <a:prstGeom prst="rect">
            <a:avLst/>
          </a:prstGeom>
          <a:noFill/>
          <a:ln w="0">
            <a:noFill/>
          </a:ln>
        </p:spPr>
        <p:txBody>
          <a:bodyPr lIns="91440" rIns="91440" tIns="91440" bIns="91440" anchor="b">
            <a:noAutofit/>
          </a:bodyPr>
          <a:p>
            <a:pPr indent="0">
              <a:buNone/>
            </a:pPr>
            <a:r>
              <a:rPr b="0" lang="en-IN" sz="3400" spc="-1" strike="noStrike">
                <a:solidFill>
                  <a:srgbClr val="000000"/>
                </a:solidFill>
                <a:latin typeface="Arial"/>
              </a:rPr>
              <a:t>Click to edit the title text format</a:t>
            </a:r>
            <a:endParaRPr b="0" lang="en-IN" sz="3400" spc="-1" strike="noStrike">
              <a:solidFill>
                <a:srgbClr val="000000"/>
              </a:solidFill>
              <a:latin typeface="Arial"/>
            </a:endParaRPr>
          </a:p>
        </p:txBody>
      </p:sp>
      <p:grpSp>
        <p:nvGrpSpPr>
          <p:cNvPr id="1" name="Google Shape;11;g3e0edb04fb1_0_157"/>
          <p:cNvGrpSpPr/>
          <p:nvPr/>
        </p:nvGrpSpPr>
        <p:grpSpPr>
          <a:xfrm>
            <a:off x="7612200" y="-540720"/>
            <a:ext cx="1110960" cy="1110960"/>
            <a:chOff x="7612200" y="-540720"/>
            <a:chExt cx="1110960" cy="1110960"/>
          </a:xfrm>
        </p:grpSpPr>
        <p:sp>
          <p:nvSpPr>
            <p:cNvPr id="2" name="Google Shape;12;g3e0edb04fb1_0_157"/>
            <p:cNvSpPr/>
            <p:nvPr/>
          </p:nvSpPr>
          <p:spPr>
            <a:xfrm>
              <a:off x="7612200" y="-54072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 name="Google Shape;13;g3e0edb04fb1_0_157"/>
            <p:cNvSpPr/>
            <p:nvPr/>
          </p:nvSpPr>
          <p:spPr>
            <a:xfrm>
              <a:off x="7786080" y="-36720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 name="Google Shape;14;g3e0edb04fb1_0_157"/>
          <p:cNvGrpSpPr/>
          <p:nvPr/>
        </p:nvGrpSpPr>
        <p:grpSpPr>
          <a:xfrm>
            <a:off x="8209080" y="2109240"/>
            <a:ext cx="1159560" cy="247320"/>
            <a:chOff x="8209080" y="2109240"/>
            <a:chExt cx="1159560" cy="247320"/>
          </a:xfrm>
        </p:grpSpPr>
        <p:sp>
          <p:nvSpPr>
            <p:cNvPr id="5" name="Google Shape;15;g3e0edb04fb1_0_157"/>
            <p:cNvSpPr/>
            <p:nvPr/>
          </p:nvSpPr>
          <p:spPr>
            <a:xfrm rot="5400000">
              <a:off x="8424720" y="18932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6" name="Google Shape;16;g3e0edb04fb1_0_157"/>
            <p:cNvSpPr/>
            <p:nvPr/>
          </p:nvSpPr>
          <p:spPr>
            <a:xfrm rot="16200000">
              <a:off x="8917560" y="190548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7" name="Google Shape;17;g3e0edb04fb1_0_157"/>
          <p:cNvGrpSpPr/>
          <p:nvPr/>
        </p:nvGrpSpPr>
        <p:grpSpPr>
          <a:xfrm>
            <a:off x="6272280" y="3420000"/>
            <a:ext cx="3872520" cy="2550240"/>
            <a:chOff x="6272280" y="3420000"/>
            <a:chExt cx="3872520" cy="2550240"/>
          </a:xfrm>
        </p:grpSpPr>
        <p:cxnSp>
          <p:nvCxnSpPr>
            <p:cNvPr id="8" name="Google Shape;18;g3e0edb04fb1_0_157"/>
            <p:cNvCxnSpPr/>
            <p:nvPr/>
          </p:nvCxnSpPr>
          <p:spPr>
            <a:xfrm flipH="1">
              <a:off x="6272280" y="5970240"/>
              <a:ext cx="3872880" cy="360"/>
            </a:xfrm>
            <a:prstGeom prst="straightConnector1">
              <a:avLst/>
            </a:prstGeom>
            <a:ln w="9525">
              <a:solidFill>
                <a:srgbClr val="69639c"/>
              </a:solidFill>
              <a:round/>
            </a:ln>
          </p:spPr>
        </p:cxnSp>
        <p:cxnSp>
          <p:nvCxnSpPr>
            <p:cNvPr id="9" name="Google Shape;19;g3e0edb04fb1_0_157"/>
            <p:cNvCxnSpPr/>
            <p:nvPr/>
          </p:nvCxnSpPr>
          <p:spPr>
            <a:xfrm flipV="1">
              <a:off x="8208360" y="3582360"/>
              <a:ext cx="464760" cy="450720"/>
            </a:xfrm>
            <a:prstGeom prst="straightConnector1">
              <a:avLst/>
            </a:prstGeom>
            <a:ln w="9525">
              <a:solidFill>
                <a:srgbClr val="69639c"/>
              </a:solidFill>
              <a:round/>
            </a:ln>
          </p:spPr>
        </p:cxnSp>
        <p:sp>
          <p:nvSpPr>
            <p:cNvPr id="10" name="Google Shape;20;g3e0edb04fb1_0_157"/>
            <p:cNvSpPr/>
            <p:nvPr/>
          </p:nvSpPr>
          <p:spPr>
            <a:xfrm flipV="1" rot="16200000">
              <a:off x="8641440" y="3420720"/>
              <a:ext cx="192960" cy="191160"/>
            </a:xfrm>
            <a:custGeom>
              <a:avLst/>
              <a:gdLst>
                <a:gd name="textAreaLeft" fmla="*/ 0 w 192960"/>
                <a:gd name="textAreaRight" fmla="*/ 193320 w 192960"/>
                <a:gd name="textAreaTop" fmla="*/ -360 h 191160"/>
                <a:gd name="textAreaBottom" fmla="*/ 19116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1" name="Google Shape;21;g3e0edb04fb1_0_157"/>
          <p:cNvGrpSpPr/>
          <p:nvPr/>
        </p:nvGrpSpPr>
        <p:grpSpPr>
          <a:xfrm>
            <a:off x="8456760" y="1205280"/>
            <a:ext cx="356760" cy="493200"/>
            <a:chOff x="8456760" y="1205280"/>
            <a:chExt cx="356760" cy="493200"/>
          </a:xfrm>
        </p:grpSpPr>
        <p:sp>
          <p:nvSpPr>
            <p:cNvPr id="12" name="Google Shape;22;g3e0edb04fb1_0_157"/>
            <p:cNvSpPr/>
            <p:nvPr/>
          </p:nvSpPr>
          <p:spPr>
            <a:xfrm rot="5400000">
              <a:off x="8541000" y="127980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solidFill>
              <a:schemeClr val="lt2"/>
            </a:solid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3" name="Google Shape;23;g3e0edb04fb1_0_157"/>
            <p:cNvSpPr/>
            <p:nvPr/>
          </p:nvSpPr>
          <p:spPr>
            <a:xfrm rot="5400000">
              <a:off x="8455680" y="152280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1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IN" sz="1400" spc="-1" strike="noStrike">
                <a:solidFill>
                  <a:srgbClr val="000000"/>
                </a:solidFill>
                <a:latin typeface="Arial"/>
              </a:rPr>
              <a:t>Click to edit the outline text format</a:t>
            </a:r>
            <a:endParaRPr b="0" lang="en-IN"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IN" sz="1400" spc="-1" strike="noStrike">
                <a:solidFill>
                  <a:srgbClr val="000000"/>
                </a:solidFill>
                <a:latin typeface="Arial"/>
              </a:rPr>
              <a:t>Second Outline Level</a:t>
            </a:r>
            <a:endParaRPr b="0" lang="en-IN"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IN" sz="1400" spc="-1" strike="noStrike">
                <a:solidFill>
                  <a:srgbClr val="000000"/>
                </a:solidFill>
                <a:latin typeface="Arial"/>
              </a:rPr>
              <a:t>Third Outline Level</a:t>
            </a:r>
            <a:endParaRPr b="0" lang="en-IN"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IN" sz="1400" spc="-1" strike="noStrike">
                <a:solidFill>
                  <a:srgbClr val="000000"/>
                </a:solidFill>
                <a:latin typeface="Arial"/>
              </a:rPr>
              <a:t>Fourth Outline Level</a:t>
            </a:r>
            <a:endParaRPr b="0" lang="en-IN"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2405160" y="2040840"/>
            <a:ext cx="5306760" cy="997920"/>
          </a:xfrm>
          <a:prstGeom prst="rect">
            <a:avLst/>
          </a:prstGeom>
          <a:solidFill>
            <a:srgbClr val="ffffff">
              <a:alpha val="7000"/>
            </a:srgbClr>
          </a:solidFill>
          <a:ln w="0">
            <a:noFill/>
          </a:ln>
        </p:spPr>
        <p:txBody>
          <a:bodyPr lIns="91440" rIns="91440" tIns="91440" bIns="91440" anchor="ctr">
            <a:noAutofit/>
          </a:bodyPr>
          <a:p>
            <a:pPr indent="0">
              <a:lnSpc>
                <a:spcPct val="100000"/>
              </a:lnSpc>
              <a:buNone/>
            </a:pPr>
            <a:r>
              <a:rPr b="0" lang="en-IN" sz="5500" spc="-1" strike="noStrike">
                <a:solidFill>
                  <a:schemeClr val="lt1"/>
                </a:solidFill>
                <a:latin typeface="Raleway ExtraBold"/>
                <a:ea typeface="Raleway ExtraBold"/>
              </a:rPr>
              <a:t>xx%</a:t>
            </a:r>
            <a:endParaRPr b="0" lang="en-IN" sz="5500" spc="-1" strike="noStrike">
              <a:solidFill>
                <a:srgbClr val="000000"/>
              </a:solidFill>
              <a:latin typeface="Arial"/>
            </a:endParaRPr>
          </a:p>
        </p:txBody>
      </p:sp>
      <p:grpSp>
        <p:nvGrpSpPr>
          <p:cNvPr id="18" name="Google Shape;289;g3e0edb04fb1_0_435"/>
          <p:cNvGrpSpPr/>
          <p:nvPr/>
        </p:nvGrpSpPr>
        <p:grpSpPr>
          <a:xfrm>
            <a:off x="321480" y="892800"/>
            <a:ext cx="5247360" cy="4004640"/>
            <a:chOff x="321480" y="892800"/>
            <a:chExt cx="5247360" cy="4004640"/>
          </a:xfrm>
        </p:grpSpPr>
        <p:sp>
          <p:nvSpPr>
            <p:cNvPr id="19" name="Google Shape;290;g3e0edb04fb1_0_435"/>
            <p:cNvSpPr/>
            <p:nvPr/>
          </p:nvSpPr>
          <p:spPr>
            <a:xfrm rot="10800000">
              <a:off x="321480" y="89280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0" name="Google Shape;291;g3e0edb04fb1_0_435"/>
            <p:cNvSpPr/>
            <p:nvPr/>
          </p:nvSpPr>
          <p:spPr>
            <a:xfrm rot="5400000">
              <a:off x="5328720" y="465732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1" name="Google Shape;292;g3e0edb04fb1_0_435"/>
          <p:cNvGrpSpPr/>
          <p:nvPr/>
        </p:nvGrpSpPr>
        <p:grpSpPr>
          <a:xfrm>
            <a:off x="1123200" y="-134640"/>
            <a:ext cx="5670000" cy="5849640"/>
            <a:chOff x="1123200" y="-134640"/>
            <a:chExt cx="5670000" cy="5849640"/>
          </a:xfrm>
        </p:grpSpPr>
        <p:grpSp>
          <p:nvGrpSpPr>
            <p:cNvPr id="22" name="Google Shape;293;g3e0edb04fb1_0_435"/>
            <p:cNvGrpSpPr/>
            <p:nvPr/>
          </p:nvGrpSpPr>
          <p:grpSpPr>
            <a:xfrm>
              <a:off x="1123200" y="-134640"/>
              <a:ext cx="5670000" cy="5032800"/>
              <a:chOff x="1123200" y="-134640"/>
              <a:chExt cx="5670000" cy="5032800"/>
            </a:xfrm>
          </p:grpSpPr>
          <p:sp>
            <p:nvSpPr>
              <p:cNvPr id="23" name="Google Shape;294;g3e0edb04fb1_0_435"/>
              <p:cNvSpPr/>
              <p:nvPr/>
            </p:nvSpPr>
            <p:spPr>
              <a:xfrm>
                <a:off x="1123200" y="-13464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24" name="Google Shape;295;g3e0edb04fb1_0_435"/>
              <p:cNvGrpSpPr/>
              <p:nvPr/>
            </p:nvGrpSpPr>
            <p:grpSpPr>
              <a:xfrm>
                <a:off x="5633640" y="4650840"/>
                <a:ext cx="1159560" cy="247320"/>
                <a:chOff x="5633640" y="4650840"/>
                <a:chExt cx="1159560" cy="247320"/>
              </a:xfrm>
            </p:grpSpPr>
            <p:sp>
              <p:nvSpPr>
                <p:cNvPr id="25" name="Google Shape;296;g3e0edb04fb1_0_435"/>
                <p:cNvSpPr/>
                <p:nvPr/>
              </p:nvSpPr>
              <p:spPr>
                <a:xfrm rot="5400000">
                  <a:off x="5849280" y="44348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6" name="Google Shape;297;g3e0edb04fb1_0_435"/>
                <p:cNvSpPr/>
                <p:nvPr/>
              </p:nvSpPr>
              <p:spPr>
                <a:xfrm rot="16200000">
                  <a:off x="6342120" y="444708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27" name="Google Shape;298;g3e0edb04fb1_0_435"/>
            <p:cNvGrpSpPr/>
            <p:nvPr/>
          </p:nvGrpSpPr>
          <p:grpSpPr>
            <a:xfrm>
              <a:off x="3220920" y="4604040"/>
              <a:ext cx="1110960" cy="1110960"/>
              <a:chOff x="3220920" y="4604040"/>
              <a:chExt cx="1110960" cy="1110960"/>
            </a:xfrm>
          </p:grpSpPr>
          <p:sp>
            <p:nvSpPr>
              <p:cNvPr id="28" name="Google Shape;299;g3e0edb04fb1_0_435"/>
              <p:cNvSpPr/>
              <p:nvPr/>
            </p:nvSpPr>
            <p:spPr>
              <a:xfrm>
                <a:off x="3220920" y="460404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9" name="Google Shape;300;g3e0edb04fb1_0_435"/>
              <p:cNvSpPr/>
              <p:nvPr/>
            </p:nvSpPr>
            <p:spPr>
              <a:xfrm>
                <a:off x="3394440" y="477756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30" name="Google Shape;301;g3e0edb04fb1_0_435"/>
          <p:cNvGrpSpPr/>
          <p:nvPr/>
        </p:nvGrpSpPr>
        <p:grpSpPr>
          <a:xfrm>
            <a:off x="575280" y="-1804680"/>
            <a:ext cx="9569520" cy="9389520"/>
            <a:chOff x="575280" y="-1804680"/>
            <a:chExt cx="9569520" cy="9389520"/>
          </a:xfrm>
        </p:grpSpPr>
        <p:grpSp>
          <p:nvGrpSpPr>
            <p:cNvPr id="31" name="Google Shape;302;g3e0edb04fb1_0_435"/>
            <p:cNvGrpSpPr/>
            <p:nvPr/>
          </p:nvGrpSpPr>
          <p:grpSpPr>
            <a:xfrm>
              <a:off x="575280" y="-1804680"/>
              <a:ext cx="9569520" cy="7774920"/>
              <a:chOff x="575280" y="-1804680"/>
              <a:chExt cx="9569520" cy="7774920"/>
            </a:xfrm>
          </p:grpSpPr>
          <p:grpSp>
            <p:nvGrpSpPr>
              <p:cNvPr id="32" name="Google Shape;303;g3e0edb04fb1_0_435"/>
              <p:cNvGrpSpPr/>
              <p:nvPr/>
            </p:nvGrpSpPr>
            <p:grpSpPr>
              <a:xfrm>
                <a:off x="575280" y="-1804680"/>
                <a:ext cx="681120" cy="3359520"/>
                <a:chOff x="575280" y="-1804680"/>
                <a:chExt cx="681120" cy="3359520"/>
              </a:xfrm>
            </p:grpSpPr>
            <p:cxnSp>
              <p:nvCxnSpPr>
                <p:cNvPr id="33" name="Google Shape;304;g3e0edb04fb1_0_435"/>
                <p:cNvCxnSpPr/>
                <p:nvPr/>
              </p:nvCxnSpPr>
              <p:spPr>
                <a:xfrm flipV="1">
                  <a:off x="575280" y="-1804680"/>
                  <a:ext cx="360" cy="2669400"/>
                </a:xfrm>
                <a:prstGeom prst="straightConnector1">
                  <a:avLst/>
                </a:prstGeom>
                <a:ln w="9525">
                  <a:solidFill>
                    <a:srgbClr val="00cada"/>
                  </a:solidFill>
                  <a:round/>
                </a:ln>
              </p:spPr>
            </p:cxnSp>
            <p:cxnSp>
              <p:nvCxnSpPr>
                <p:cNvPr id="34" name="Google Shape;305;g3e0edb04fb1_0_435"/>
                <p:cNvCxnSpPr/>
                <p:nvPr/>
              </p:nvCxnSpPr>
              <p:spPr>
                <a:xfrm>
                  <a:off x="575280" y="865080"/>
                  <a:ext cx="527040" cy="519480"/>
                </a:xfrm>
                <a:prstGeom prst="straightConnector1">
                  <a:avLst/>
                </a:prstGeom>
                <a:ln w="9525">
                  <a:solidFill>
                    <a:srgbClr val="00cada"/>
                  </a:solidFill>
                  <a:round/>
                </a:ln>
              </p:spPr>
            </p:cxnSp>
            <p:sp>
              <p:nvSpPr>
                <p:cNvPr id="35" name="Google Shape;306;g3e0edb04fb1_0_435"/>
                <p:cNvSpPr/>
                <p:nvPr/>
              </p:nvSpPr>
              <p:spPr>
                <a:xfrm rot="5400000">
                  <a:off x="1064160" y="136260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36" name="Google Shape;307;g3e0edb04fb1_0_435"/>
              <p:cNvGrpSpPr/>
              <p:nvPr/>
            </p:nvGrpSpPr>
            <p:grpSpPr>
              <a:xfrm>
                <a:off x="6272280" y="3420000"/>
                <a:ext cx="3872520" cy="2550240"/>
                <a:chOff x="6272280" y="3420000"/>
                <a:chExt cx="3872520" cy="2550240"/>
              </a:xfrm>
            </p:grpSpPr>
            <p:cxnSp>
              <p:nvCxnSpPr>
                <p:cNvPr id="37" name="Google Shape;308;g3e0edb04fb1_0_435"/>
                <p:cNvCxnSpPr/>
                <p:nvPr/>
              </p:nvCxnSpPr>
              <p:spPr>
                <a:xfrm flipH="1">
                  <a:off x="6272280" y="5970240"/>
                  <a:ext cx="3872880" cy="360"/>
                </a:xfrm>
                <a:prstGeom prst="straightConnector1">
                  <a:avLst/>
                </a:prstGeom>
                <a:ln w="9525">
                  <a:solidFill>
                    <a:srgbClr val="69639c"/>
                  </a:solidFill>
                  <a:round/>
                </a:ln>
              </p:spPr>
            </p:cxnSp>
            <p:cxnSp>
              <p:nvCxnSpPr>
                <p:cNvPr id="38" name="Google Shape;309;g3e0edb04fb1_0_435"/>
                <p:cNvCxnSpPr/>
                <p:nvPr/>
              </p:nvCxnSpPr>
              <p:spPr>
                <a:xfrm flipV="1">
                  <a:off x="8208360" y="3582360"/>
                  <a:ext cx="464760" cy="450720"/>
                </a:xfrm>
                <a:prstGeom prst="straightConnector1">
                  <a:avLst/>
                </a:prstGeom>
                <a:ln w="9525">
                  <a:solidFill>
                    <a:srgbClr val="69639c"/>
                  </a:solidFill>
                  <a:round/>
                </a:ln>
              </p:spPr>
            </p:cxnSp>
            <p:sp>
              <p:nvSpPr>
                <p:cNvPr id="39" name="Google Shape;310;g3e0edb04fb1_0_435"/>
                <p:cNvSpPr/>
                <p:nvPr/>
              </p:nvSpPr>
              <p:spPr>
                <a:xfrm flipV="1" rot="16200000">
                  <a:off x="8641440" y="3420720"/>
                  <a:ext cx="192960" cy="191160"/>
                </a:xfrm>
                <a:custGeom>
                  <a:avLst/>
                  <a:gdLst>
                    <a:gd name="textAreaLeft" fmla="*/ 0 w 192960"/>
                    <a:gd name="textAreaRight" fmla="*/ 193320 w 192960"/>
                    <a:gd name="textAreaTop" fmla="*/ -360 h 191160"/>
                    <a:gd name="textAreaBottom" fmla="*/ 19116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0" name="Google Shape;311;g3e0edb04fb1_0_435"/>
              <p:cNvGrpSpPr/>
              <p:nvPr/>
            </p:nvGrpSpPr>
            <p:grpSpPr>
              <a:xfrm>
                <a:off x="8431200" y="0"/>
                <a:ext cx="356760" cy="493200"/>
                <a:chOff x="8431200" y="0"/>
                <a:chExt cx="356760" cy="493200"/>
              </a:xfrm>
            </p:grpSpPr>
            <p:sp>
              <p:nvSpPr>
                <p:cNvPr id="41" name="Google Shape;312;g3e0edb04fb1_0_435"/>
                <p:cNvSpPr/>
                <p:nvPr/>
              </p:nvSpPr>
              <p:spPr>
                <a:xfrm rot="5400000">
                  <a:off x="8515440" y="7416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2" name="Google Shape;313;g3e0edb04fb1_0_435"/>
                <p:cNvSpPr/>
                <p:nvPr/>
              </p:nvSpPr>
              <p:spPr>
                <a:xfrm rot="5400000">
                  <a:off x="8430120" y="31752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43" name="Google Shape;314;g3e0edb04fb1_0_435"/>
            <p:cNvGrpSpPr/>
            <p:nvPr/>
          </p:nvGrpSpPr>
          <p:grpSpPr>
            <a:xfrm>
              <a:off x="7090560" y="4224960"/>
              <a:ext cx="681120" cy="3359880"/>
              <a:chOff x="7090560" y="4224960"/>
              <a:chExt cx="681120" cy="3359880"/>
            </a:xfrm>
          </p:grpSpPr>
          <p:cxnSp>
            <p:nvCxnSpPr>
              <p:cNvPr id="44" name="Google Shape;315;g3e0edb04fb1_0_435"/>
              <p:cNvCxnSpPr/>
              <p:nvPr/>
            </p:nvCxnSpPr>
            <p:spPr>
              <a:xfrm>
                <a:off x="7771680" y="4915440"/>
                <a:ext cx="360" cy="2669760"/>
              </a:xfrm>
              <a:prstGeom prst="straightConnector1">
                <a:avLst/>
              </a:prstGeom>
              <a:ln w="9525">
                <a:solidFill>
                  <a:srgbClr val="afafb6"/>
                </a:solidFill>
                <a:round/>
              </a:ln>
            </p:spPr>
          </p:cxnSp>
          <p:cxnSp>
            <p:nvCxnSpPr>
              <p:cNvPr id="45" name="Google Shape;316;g3e0edb04fb1_0_435"/>
              <p:cNvCxnSpPr/>
              <p:nvPr/>
            </p:nvCxnSpPr>
            <p:spPr>
              <a:xfrm flipH="1" flipV="1">
                <a:off x="7245000" y="4395600"/>
                <a:ext cx="527040" cy="519120"/>
              </a:xfrm>
              <a:prstGeom prst="straightConnector1">
                <a:avLst/>
              </a:prstGeom>
              <a:ln w="9525">
                <a:solidFill>
                  <a:srgbClr val="afafb6"/>
                </a:solidFill>
                <a:round/>
              </a:ln>
            </p:spPr>
          </p:cxnSp>
          <p:sp>
            <p:nvSpPr>
              <p:cNvPr id="46" name="Google Shape;317;g3e0edb04fb1_0_435"/>
              <p:cNvSpPr/>
              <p:nvPr/>
            </p:nvSpPr>
            <p:spPr>
              <a:xfrm rot="16200000">
                <a:off x="7089480" y="422568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sp>
        <p:nvSpPr>
          <p:cNvPr id="48" name="PlaceHolder 2"/>
          <p:cNvSpPr>
            <a:spLocks noGrp="1"/>
          </p:cNvSpPr>
          <p:nvPr>
            <p:ph type="title"/>
          </p:nvPr>
        </p:nvSpPr>
        <p:spPr>
          <a:xfrm>
            <a:off x="3177360" y="1199520"/>
            <a:ext cx="734400" cy="49356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2000" spc="-1" strike="noStrike">
                <a:solidFill>
                  <a:schemeClr val="lt1"/>
                </a:solidFill>
                <a:latin typeface="Raleway ExtraBold"/>
                <a:ea typeface="Raleway ExtraBold"/>
              </a:rPr>
              <a:t>xx%</a:t>
            </a:r>
            <a:endParaRPr b="0" lang="en-IN" sz="2000" spc="-1" strike="noStrike">
              <a:solidFill>
                <a:srgbClr val="000000"/>
              </a:solidFill>
              <a:latin typeface="Arial"/>
            </a:endParaRPr>
          </a:p>
        </p:txBody>
      </p:sp>
      <p:sp>
        <p:nvSpPr>
          <p:cNvPr id="49" name="PlaceHolder 3"/>
          <p:cNvSpPr>
            <a:spLocks noGrp="1"/>
          </p:cNvSpPr>
          <p:nvPr>
            <p:ph type="title"/>
          </p:nvPr>
        </p:nvSpPr>
        <p:spPr>
          <a:xfrm>
            <a:off x="3177360" y="2902680"/>
            <a:ext cx="734400" cy="49356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2000" spc="-1" strike="noStrike">
                <a:solidFill>
                  <a:schemeClr val="lt1"/>
                </a:solidFill>
                <a:latin typeface="Raleway ExtraBold"/>
                <a:ea typeface="Raleway ExtraBold"/>
              </a:rPr>
              <a:t>xx%</a:t>
            </a:r>
            <a:endParaRPr b="0" lang="en-IN" sz="2000" spc="-1" strike="noStrike">
              <a:solidFill>
                <a:srgbClr val="000000"/>
              </a:solidFill>
              <a:latin typeface="Arial"/>
            </a:endParaRPr>
          </a:p>
        </p:txBody>
      </p:sp>
      <p:sp>
        <p:nvSpPr>
          <p:cNvPr id="50" name="PlaceHolder 4"/>
          <p:cNvSpPr>
            <a:spLocks noGrp="1"/>
          </p:cNvSpPr>
          <p:nvPr>
            <p:ph type="title"/>
          </p:nvPr>
        </p:nvSpPr>
        <p:spPr>
          <a:xfrm>
            <a:off x="3177360" y="1767240"/>
            <a:ext cx="734400" cy="49356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2000" spc="-1" strike="noStrike">
                <a:solidFill>
                  <a:schemeClr val="lt1"/>
                </a:solidFill>
                <a:latin typeface="Raleway ExtraBold"/>
                <a:ea typeface="Raleway ExtraBold"/>
              </a:rPr>
              <a:t>xx%</a:t>
            </a:r>
            <a:endParaRPr b="0" lang="en-IN" sz="2000" spc="-1" strike="noStrike">
              <a:solidFill>
                <a:srgbClr val="000000"/>
              </a:solidFill>
              <a:latin typeface="Arial"/>
            </a:endParaRPr>
          </a:p>
        </p:txBody>
      </p:sp>
      <p:sp>
        <p:nvSpPr>
          <p:cNvPr id="51" name="PlaceHolder 5"/>
          <p:cNvSpPr>
            <a:spLocks noGrp="1"/>
          </p:cNvSpPr>
          <p:nvPr>
            <p:ph type="title"/>
          </p:nvPr>
        </p:nvSpPr>
        <p:spPr>
          <a:xfrm>
            <a:off x="3177360" y="3470400"/>
            <a:ext cx="734400" cy="49356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2000" spc="-1" strike="noStrike">
                <a:solidFill>
                  <a:schemeClr val="lt1"/>
                </a:solidFill>
                <a:latin typeface="Raleway ExtraBold"/>
                <a:ea typeface="Raleway ExtraBold"/>
              </a:rPr>
              <a:t>xx%</a:t>
            </a:r>
            <a:endParaRPr b="0" lang="en-IN" sz="2000" spc="-1" strike="noStrike">
              <a:solidFill>
                <a:srgbClr val="000000"/>
              </a:solidFill>
              <a:latin typeface="Arial"/>
            </a:endParaRPr>
          </a:p>
        </p:txBody>
      </p:sp>
      <p:sp>
        <p:nvSpPr>
          <p:cNvPr id="52" name="PlaceHolder 6"/>
          <p:cNvSpPr>
            <a:spLocks noGrp="1"/>
          </p:cNvSpPr>
          <p:nvPr>
            <p:ph type="title"/>
          </p:nvPr>
        </p:nvSpPr>
        <p:spPr>
          <a:xfrm>
            <a:off x="3177360" y="2334960"/>
            <a:ext cx="734400" cy="49356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2000" spc="-1" strike="noStrike">
                <a:solidFill>
                  <a:schemeClr val="lt1"/>
                </a:solidFill>
                <a:latin typeface="Raleway ExtraBold"/>
                <a:ea typeface="Raleway ExtraBold"/>
              </a:rPr>
              <a:t>xx%</a:t>
            </a:r>
            <a:endParaRPr b="0" lang="en-IN" sz="2000" spc="-1" strike="noStrike">
              <a:solidFill>
                <a:srgbClr val="000000"/>
              </a:solidFill>
              <a:latin typeface="Arial"/>
            </a:endParaRPr>
          </a:p>
        </p:txBody>
      </p:sp>
      <p:sp>
        <p:nvSpPr>
          <p:cNvPr id="53" name="PlaceHolder 7"/>
          <p:cNvSpPr>
            <a:spLocks noGrp="1"/>
          </p:cNvSpPr>
          <p:nvPr>
            <p:ph type="title"/>
          </p:nvPr>
        </p:nvSpPr>
        <p:spPr>
          <a:xfrm>
            <a:off x="3177360" y="4038120"/>
            <a:ext cx="734400" cy="49356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2000" spc="-1" strike="noStrike">
                <a:solidFill>
                  <a:schemeClr val="lt1"/>
                </a:solidFill>
                <a:latin typeface="Raleway ExtraBold"/>
                <a:ea typeface="Raleway ExtraBold"/>
              </a:rPr>
              <a:t>xx%</a:t>
            </a:r>
            <a:endParaRPr b="0" lang="en-IN" sz="2000" spc="-1" strike="noStrike">
              <a:solidFill>
                <a:srgbClr val="000000"/>
              </a:solidFill>
              <a:latin typeface="Arial"/>
            </a:endParaRPr>
          </a:p>
        </p:txBody>
      </p:sp>
      <p:grpSp>
        <p:nvGrpSpPr>
          <p:cNvPr id="54" name="Google Shape;333;g3e0edb04fb1_0_468"/>
          <p:cNvGrpSpPr/>
          <p:nvPr/>
        </p:nvGrpSpPr>
        <p:grpSpPr>
          <a:xfrm>
            <a:off x="377640" y="204480"/>
            <a:ext cx="8915760" cy="4541400"/>
            <a:chOff x="377640" y="204480"/>
            <a:chExt cx="8915760" cy="4541400"/>
          </a:xfrm>
        </p:grpSpPr>
        <p:grpSp>
          <p:nvGrpSpPr>
            <p:cNvPr id="55" name="Google Shape;334;g3e0edb04fb1_0_468"/>
            <p:cNvGrpSpPr/>
            <p:nvPr/>
          </p:nvGrpSpPr>
          <p:grpSpPr>
            <a:xfrm>
              <a:off x="377640" y="3968640"/>
              <a:ext cx="200160" cy="777240"/>
              <a:chOff x="377640" y="3968640"/>
              <a:chExt cx="200160" cy="777240"/>
            </a:xfrm>
          </p:grpSpPr>
          <p:sp>
            <p:nvSpPr>
              <p:cNvPr id="56" name="Google Shape;335;g3e0edb04fb1_0_468"/>
              <p:cNvSpPr/>
              <p:nvPr/>
            </p:nvSpPr>
            <p:spPr>
              <a:xfrm rot="10800000">
                <a:off x="377640" y="427140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7" name="Google Shape;336;g3e0edb04fb1_0_468"/>
              <p:cNvSpPr/>
              <p:nvPr/>
            </p:nvSpPr>
            <p:spPr>
              <a:xfrm rot="10800000">
                <a:off x="534960" y="39686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8" name="Google Shape;337;g3e0edb04fb1_0_468"/>
            <p:cNvGrpSpPr/>
            <p:nvPr/>
          </p:nvGrpSpPr>
          <p:grpSpPr>
            <a:xfrm>
              <a:off x="8528040" y="2394720"/>
              <a:ext cx="765360" cy="206640"/>
              <a:chOff x="8528040" y="2394720"/>
              <a:chExt cx="765360" cy="206640"/>
            </a:xfrm>
          </p:grpSpPr>
          <p:sp>
            <p:nvSpPr>
              <p:cNvPr id="59" name="Google Shape;338;g3e0edb04fb1_0_468"/>
              <p:cNvSpPr/>
              <p:nvPr/>
            </p:nvSpPr>
            <p:spPr>
              <a:xfrm rot="5400000">
                <a:off x="8743680" y="23425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60" name="Google Shape;339;g3e0edb04fb1_0_468"/>
              <p:cNvSpPr/>
              <p:nvPr/>
            </p:nvSpPr>
            <p:spPr>
              <a:xfrm rot="5400000">
                <a:off x="9034560" y="21787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61" name="Google Shape;340;g3e0edb04fb1_0_468"/>
            <p:cNvGrpSpPr/>
            <p:nvPr/>
          </p:nvGrpSpPr>
          <p:grpSpPr>
            <a:xfrm>
              <a:off x="7436880" y="204480"/>
              <a:ext cx="861840" cy="240120"/>
              <a:chOff x="7436880" y="204480"/>
              <a:chExt cx="861840" cy="240120"/>
            </a:xfrm>
          </p:grpSpPr>
          <p:sp>
            <p:nvSpPr>
              <p:cNvPr id="62" name="Google Shape;341;g3e0edb04fb1_0_468"/>
              <p:cNvSpPr/>
              <p:nvPr/>
            </p:nvSpPr>
            <p:spPr>
              <a:xfrm flipH="1">
                <a:off x="7436520" y="204480"/>
                <a:ext cx="240120" cy="240120"/>
              </a:xfrm>
              <a:custGeom>
                <a:avLst/>
                <a:gdLst>
                  <a:gd name="textAreaLeft" fmla="*/ -360 w 240120"/>
                  <a:gd name="textAreaRight" fmla="*/ 240120 w 240120"/>
                  <a:gd name="textAreaTop" fmla="*/ 0 h 240120"/>
                  <a:gd name="textAreaBottom" fmla="*/ 240480 h 240120"/>
                </a:gdLst>
                <a:ahLst/>
                <a:rect l="textAreaLeft" t="textAreaTop" r="textAreaRight" b="textAreaBottom"/>
                <a:pathLst>
                  <a:path fill="none" w="1784" h="1784">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w="597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63" name="Google Shape;342;g3e0edb04fb1_0_468"/>
              <p:cNvSpPr/>
              <p:nvPr/>
            </p:nvSpPr>
            <p:spPr>
              <a:xfrm flipH="1" rot="5400000">
                <a:off x="8039880" y="8748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64" name="Google Shape;343;g3e0edb04fb1_0_468"/>
          <p:cNvGrpSpPr/>
          <p:nvPr/>
        </p:nvGrpSpPr>
        <p:grpSpPr>
          <a:xfrm>
            <a:off x="-556560" y="-56880"/>
            <a:ext cx="10429200" cy="3378240"/>
            <a:chOff x="-556560" y="-56880"/>
            <a:chExt cx="10429200" cy="3378240"/>
          </a:xfrm>
        </p:grpSpPr>
        <p:grpSp>
          <p:nvGrpSpPr>
            <p:cNvPr id="65" name="Google Shape;344;g3e0edb04fb1_0_468"/>
            <p:cNvGrpSpPr/>
            <p:nvPr/>
          </p:nvGrpSpPr>
          <p:grpSpPr>
            <a:xfrm>
              <a:off x="8222040" y="1715400"/>
              <a:ext cx="492480" cy="356760"/>
              <a:chOff x="8222040" y="1715400"/>
              <a:chExt cx="492480" cy="356760"/>
            </a:xfrm>
          </p:grpSpPr>
          <p:sp>
            <p:nvSpPr>
              <p:cNvPr id="66" name="Google Shape;345;g3e0edb04fb1_0_468"/>
              <p:cNvSpPr/>
              <p:nvPr/>
            </p:nvSpPr>
            <p:spPr>
              <a:xfrm flipH="1" rot="10800000">
                <a:off x="8222040" y="1874160"/>
                <a:ext cx="347040" cy="198000"/>
              </a:xfrm>
              <a:custGeom>
                <a:avLst/>
                <a:gdLst>
                  <a:gd name="textAreaLeft" fmla="*/ 360 w 347040"/>
                  <a:gd name="textAreaRight" fmla="*/ 34776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67" name="Google Shape;346;g3e0edb04fb1_0_468"/>
              <p:cNvSpPr/>
              <p:nvPr/>
            </p:nvSpPr>
            <p:spPr>
              <a:xfrm flipH="1" rot="10800000">
                <a:off x="8537400" y="1715400"/>
                <a:ext cx="176760" cy="174600"/>
              </a:xfrm>
              <a:custGeom>
                <a:avLst/>
                <a:gdLst>
                  <a:gd name="textAreaLeft" fmla="*/ -360 w 176760"/>
                  <a:gd name="textAreaRight" fmla="*/ 17676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68" name="Google Shape;347;g3e0edb04fb1_0_468"/>
            <p:cNvSpPr/>
            <p:nvPr/>
          </p:nvSpPr>
          <p:spPr>
            <a:xfrm>
              <a:off x="8221680" y="-56880"/>
              <a:ext cx="1027080" cy="3378240"/>
            </a:xfrm>
            <a:custGeom>
              <a:avLst/>
              <a:gdLst>
                <a:gd name="textAreaLeft" fmla="*/ 0 w 1027080"/>
                <a:gd name="textAreaRight" fmla="*/ 1027440 w 1027080"/>
                <a:gd name="textAreaTop" fmla="*/ 0 h 3378240"/>
                <a:gd name="textAreaBottom" fmla="*/ 3378600 h 3378240"/>
              </a:gdLst>
              <a:ahLst/>
              <a:rect l="textAreaLeft" t="textAreaTop" r="textAreaRight" b="textAreaBottom"/>
              <a:pathLst>
                <a:path w="41104" h="135138">
                  <a:moveTo>
                    <a:pt x="41104" y="135138"/>
                  </a:moveTo>
                  <a:lnTo>
                    <a:pt x="0" y="111407"/>
                  </a:lnTo>
                  <a:lnTo>
                    <a:pt x="0" y="57500"/>
                  </a:lnTo>
                  <a:lnTo>
                    <a:pt x="12424" y="45076"/>
                  </a:lnTo>
                  <a:lnTo>
                    <a:pt x="12424" y="0"/>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69" name="Google Shape;348;g3e0edb04fb1_0_468"/>
            <p:cNvGrpSpPr/>
            <p:nvPr/>
          </p:nvGrpSpPr>
          <p:grpSpPr>
            <a:xfrm>
              <a:off x="8527320" y="539280"/>
              <a:ext cx="1345320" cy="273600"/>
              <a:chOff x="8527320" y="539280"/>
              <a:chExt cx="1345320" cy="273600"/>
            </a:xfrm>
          </p:grpSpPr>
          <p:cxnSp>
            <p:nvCxnSpPr>
              <p:cNvPr id="70" name="Google Shape;349;g3e0edb04fb1_0_468"/>
              <p:cNvCxnSpPr/>
              <p:nvPr/>
            </p:nvCxnSpPr>
            <p:spPr>
              <a:xfrm>
                <a:off x="8527320" y="539280"/>
                <a:ext cx="1345680" cy="360"/>
              </a:xfrm>
              <a:prstGeom prst="straightConnector1">
                <a:avLst/>
              </a:prstGeom>
              <a:ln w="9525">
                <a:solidFill>
                  <a:srgbClr val="69639c"/>
                </a:solidFill>
                <a:round/>
              </a:ln>
            </p:spPr>
          </p:cxnSp>
          <p:cxnSp>
            <p:nvCxnSpPr>
              <p:cNvPr id="71" name="Google Shape;350;g3e0edb04fb1_0_468"/>
              <p:cNvCxnSpPr/>
              <p:nvPr/>
            </p:nvCxnSpPr>
            <p:spPr>
              <a:xfrm>
                <a:off x="8527320" y="607680"/>
                <a:ext cx="1345680" cy="360"/>
              </a:xfrm>
              <a:prstGeom prst="straightConnector1">
                <a:avLst/>
              </a:prstGeom>
              <a:ln w="9525">
                <a:solidFill>
                  <a:srgbClr val="69639c"/>
                </a:solidFill>
                <a:round/>
              </a:ln>
            </p:spPr>
          </p:cxnSp>
          <p:cxnSp>
            <p:nvCxnSpPr>
              <p:cNvPr id="72" name="Google Shape;351;g3e0edb04fb1_0_468"/>
              <p:cNvCxnSpPr/>
              <p:nvPr/>
            </p:nvCxnSpPr>
            <p:spPr>
              <a:xfrm>
                <a:off x="8527320" y="676080"/>
                <a:ext cx="1345680" cy="360"/>
              </a:xfrm>
              <a:prstGeom prst="straightConnector1">
                <a:avLst/>
              </a:prstGeom>
              <a:ln w="9525">
                <a:solidFill>
                  <a:srgbClr val="69639c"/>
                </a:solidFill>
                <a:round/>
              </a:ln>
            </p:spPr>
          </p:cxnSp>
          <p:cxnSp>
            <p:nvCxnSpPr>
              <p:cNvPr id="73" name="Google Shape;352;g3e0edb04fb1_0_468"/>
              <p:cNvCxnSpPr/>
              <p:nvPr/>
            </p:nvCxnSpPr>
            <p:spPr>
              <a:xfrm>
                <a:off x="8527320" y="744480"/>
                <a:ext cx="1345680" cy="360"/>
              </a:xfrm>
              <a:prstGeom prst="straightConnector1">
                <a:avLst/>
              </a:prstGeom>
              <a:ln w="9525">
                <a:solidFill>
                  <a:srgbClr val="69639c"/>
                </a:solidFill>
                <a:round/>
              </a:ln>
            </p:spPr>
          </p:cxnSp>
          <p:cxnSp>
            <p:nvCxnSpPr>
              <p:cNvPr id="74" name="Google Shape;353;g3e0edb04fb1_0_468"/>
              <p:cNvCxnSpPr/>
              <p:nvPr/>
            </p:nvCxnSpPr>
            <p:spPr>
              <a:xfrm>
                <a:off x="8527320" y="812880"/>
                <a:ext cx="1345680" cy="360"/>
              </a:xfrm>
              <a:prstGeom prst="straightConnector1">
                <a:avLst/>
              </a:prstGeom>
              <a:ln w="9525">
                <a:solidFill>
                  <a:srgbClr val="69639c"/>
                </a:solidFill>
                <a:round/>
              </a:ln>
            </p:spPr>
          </p:cxnSp>
        </p:grpSp>
        <p:grpSp>
          <p:nvGrpSpPr>
            <p:cNvPr id="75" name="Google Shape;354;g3e0edb04fb1_0_468"/>
            <p:cNvGrpSpPr/>
            <p:nvPr/>
          </p:nvGrpSpPr>
          <p:grpSpPr>
            <a:xfrm>
              <a:off x="-556560" y="2551680"/>
              <a:ext cx="1028880" cy="273600"/>
              <a:chOff x="-556560" y="2551680"/>
              <a:chExt cx="1028880" cy="273600"/>
            </a:xfrm>
          </p:grpSpPr>
          <p:cxnSp>
            <p:nvCxnSpPr>
              <p:cNvPr id="76" name="Google Shape;355;g3e0edb04fb1_0_468"/>
              <p:cNvCxnSpPr/>
              <p:nvPr/>
            </p:nvCxnSpPr>
            <p:spPr>
              <a:xfrm flipH="1">
                <a:off x="-556560" y="2825280"/>
                <a:ext cx="1029240" cy="360"/>
              </a:xfrm>
              <a:prstGeom prst="straightConnector1">
                <a:avLst/>
              </a:prstGeom>
              <a:ln w="9525">
                <a:solidFill>
                  <a:srgbClr val="69639c"/>
                </a:solidFill>
                <a:round/>
              </a:ln>
            </p:spPr>
          </p:cxnSp>
          <p:cxnSp>
            <p:nvCxnSpPr>
              <p:cNvPr id="77" name="Google Shape;356;g3e0edb04fb1_0_468"/>
              <p:cNvCxnSpPr/>
              <p:nvPr/>
            </p:nvCxnSpPr>
            <p:spPr>
              <a:xfrm flipH="1">
                <a:off x="-556560" y="2756880"/>
                <a:ext cx="1029240" cy="360"/>
              </a:xfrm>
              <a:prstGeom prst="straightConnector1">
                <a:avLst/>
              </a:prstGeom>
              <a:ln w="9525">
                <a:solidFill>
                  <a:srgbClr val="69639c"/>
                </a:solidFill>
                <a:round/>
              </a:ln>
            </p:spPr>
          </p:cxnSp>
          <p:cxnSp>
            <p:nvCxnSpPr>
              <p:cNvPr id="78" name="Google Shape;357;g3e0edb04fb1_0_468"/>
              <p:cNvCxnSpPr/>
              <p:nvPr/>
            </p:nvCxnSpPr>
            <p:spPr>
              <a:xfrm flipH="1">
                <a:off x="-556560" y="2688480"/>
                <a:ext cx="1029240" cy="360"/>
              </a:xfrm>
              <a:prstGeom prst="straightConnector1">
                <a:avLst/>
              </a:prstGeom>
              <a:ln w="9525">
                <a:solidFill>
                  <a:srgbClr val="69639c"/>
                </a:solidFill>
                <a:round/>
              </a:ln>
            </p:spPr>
          </p:cxnSp>
          <p:cxnSp>
            <p:nvCxnSpPr>
              <p:cNvPr id="79" name="Google Shape;358;g3e0edb04fb1_0_468"/>
              <p:cNvCxnSpPr/>
              <p:nvPr/>
            </p:nvCxnSpPr>
            <p:spPr>
              <a:xfrm flipH="1">
                <a:off x="-556560" y="2620080"/>
                <a:ext cx="1029240" cy="360"/>
              </a:xfrm>
              <a:prstGeom prst="straightConnector1">
                <a:avLst/>
              </a:prstGeom>
              <a:ln w="9525">
                <a:solidFill>
                  <a:srgbClr val="69639c"/>
                </a:solidFill>
                <a:round/>
              </a:ln>
            </p:spPr>
          </p:cxnSp>
          <p:cxnSp>
            <p:nvCxnSpPr>
              <p:cNvPr id="80" name="Google Shape;359;g3e0edb04fb1_0_468"/>
              <p:cNvCxnSpPr/>
              <p:nvPr/>
            </p:nvCxnSpPr>
            <p:spPr>
              <a:xfrm flipH="1">
                <a:off x="-556560" y="2551680"/>
                <a:ext cx="1029240" cy="360"/>
              </a:xfrm>
              <a:prstGeom prst="straightConnector1">
                <a:avLst/>
              </a:prstGeom>
              <a:ln w="9525">
                <a:solidFill>
                  <a:srgbClr val="69639c"/>
                </a:solidFill>
                <a:round/>
              </a:ln>
            </p:spPr>
          </p:cxnSp>
        </p:grpSp>
      </p:grpSp>
      <p:grpSp>
        <p:nvGrpSpPr>
          <p:cNvPr id="81" name="Google Shape;360;g3e0edb04fb1_0_468"/>
          <p:cNvGrpSpPr/>
          <p:nvPr/>
        </p:nvGrpSpPr>
        <p:grpSpPr>
          <a:xfrm>
            <a:off x="-160200" y="1018080"/>
            <a:ext cx="9034560" cy="1343880"/>
            <a:chOff x="-160200" y="1018080"/>
            <a:chExt cx="9034560" cy="1343880"/>
          </a:xfrm>
        </p:grpSpPr>
        <p:sp>
          <p:nvSpPr>
            <p:cNvPr id="82" name="Google Shape;361;g3e0edb04fb1_0_468"/>
            <p:cNvSpPr/>
            <p:nvPr/>
          </p:nvSpPr>
          <p:spPr>
            <a:xfrm rot="10800000">
              <a:off x="8834760" y="101808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83" name="Google Shape;362;g3e0edb04fb1_0_468"/>
            <p:cNvSpPr/>
            <p:nvPr/>
          </p:nvSpPr>
          <p:spPr>
            <a:xfrm rot="5400000">
              <a:off x="40320" y="212184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84" name="Google Shape;363;g3e0edb04fb1_0_468"/>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86" name="Google Shape;367;g3e0edb04fb1_0_513"/>
          <p:cNvGrpSpPr/>
          <p:nvPr/>
        </p:nvGrpSpPr>
        <p:grpSpPr>
          <a:xfrm>
            <a:off x="249120" y="1017720"/>
            <a:ext cx="8980200" cy="3860640"/>
            <a:chOff x="249120" y="1017720"/>
            <a:chExt cx="8980200" cy="3860640"/>
          </a:xfrm>
        </p:grpSpPr>
        <p:sp>
          <p:nvSpPr>
            <p:cNvPr id="87" name="Google Shape;368;g3e0edb04fb1_0_513"/>
            <p:cNvSpPr/>
            <p:nvPr/>
          </p:nvSpPr>
          <p:spPr>
            <a:xfrm>
              <a:off x="422640" y="131796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88" name="Google Shape;369;g3e0edb04fb1_0_513"/>
            <p:cNvSpPr/>
            <p:nvPr/>
          </p:nvSpPr>
          <p:spPr>
            <a:xfrm>
              <a:off x="249120" y="10177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89" name="Google Shape;370;g3e0edb04fb1_0_513"/>
            <p:cNvGrpSpPr/>
            <p:nvPr/>
          </p:nvGrpSpPr>
          <p:grpSpPr>
            <a:xfrm>
              <a:off x="8463960" y="4671720"/>
              <a:ext cx="765360" cy="206640"/>
              <a:chOff x="8463960" y="4671720"/>
              <a:chExt cx="765360" cy="206640"/>
            </a:xfrm>
          </p:grpSpPr>
          <p:sp>
            <p:nvSpPr>
              <p:cNvPr id="90" name="Google Shape;371;g3e0edb04fb1_0_513"/>
              <p:cNvSpPr/>
              <p:nvPr/>
            </p:nvSpPr>
            <p:spPr>
              <a:xfrm rot="5400000">
                <a:off x="8679600" y="46195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91" name="Google Shape;372;g3e0edb04fb1_0_513"/>
              <p:cNvSpPr/>
              <p:nvPr/>
            </p:nvSpPr>
            <p:spPr>
              <a:xfrm rot="5400000">
                <a:off x="8970480" y="44557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92" name="Google Shape;373;g3e0edb04fb1_0_513"/>
          <p:cNvGrpSpPr/>
          <p:nvPr/>
        </p:nvGrpSpPr>
        <p:grpSpPr>
          <a:xfrm>
            <a:off x="250920" y="1721520"/>
            <a:ext cx="8259120" cy="2990160"/>
            <a:chOff x="250920" y="1721520"/>
            <a:chExt cx="8259120" cy="2990160"/>
          </a:xfrm>
        </p:grpSpPr>
        <p:sp>
          <p:nvSpPr>
            <p:cNvPr id="93" name="Google Shape;374;g3e0edb04fb1_0_513"/>
            <p:cNvSpPr/>
            <p:nvPr/>
          </p:nvSpPr>
          <p:spPr>
            <a:xfrm rot="10800000">
              <a:off x="250920" y="172152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94" name="Google Shape;375;g3e0edb04fb1_0_513"/>
            <p:cNvSpPr/>
            <p:nvPr/>
          </p:nvSpPr>
          <p:spPr>
            <a:xfrm rot="16200000">
              <a:off x="8269920" y="44715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95" name="Google Shape;376;g3e0edb04fb1_0_513"/>
          <p:cNvGrpSpPr/>
          <p:nvPr/>
        </p:nvGrpSpPr>
        <p:grpSpPr>
          <a:xfrm>
            <a:off x="-2218680" y="-174960"/>
            <a:ext cx="12004560" cy="8523000"/>
            <a:chOff x="-2218680" y="-174960"/>
            <a:chExt cx="12004560" cy="8523000"/>
          </a:xfrm>
        </p:grpSpPr>
        <p:sp>
          <p:nvSpPr>
            <p:cNvPr id="96" name="Google Shape;377;g3e0edb04fb1_0_513"/>
            <p:cNvSpPr/>
            <p:nvPr/>
          </p:nvSpPr>
          <p:spPr>
            <a:xfrm>
              <a:off x="-2218680" y="-174960"/>
              <a:ext cx="3800880" cy="569520"/>
            </a:xfrm>
            <a:custGeom>
              <a:avLst/>
              <a:gdLst>
                <a:gd name="textAreaLeft" fmla="*/ 0 w 3800880"/>
                <a:gd name="textAreaRight" fmla="*/ 3801240 w 3800880"/>
                <a:gd name="textAreaTop" fmla="*/ 0 h 569520"/>
                <a:gd name="textAreaBottom" fmla="*/ 569880 h 569520"/>
              </a:gdLst>
              <a:ahLst/>
              <a:rect l="textAreaLeft" t="textAreaTop" r="textAreaRight" b="textAreaBottom"/>
              <a:pathLst>
                <a:path w="130255" h="19530">
                  <a:moveTo>
                    <a:pt x="0" y="0"/>
                  </a:moveTo>
                  <a:lnTo>
                    <a:pt x="19531" y="19530"/>
                  </a:lnTo>
                  <a:lnTo>
                    <a:pt x="93650" y="19530"/>
                  </a:lnTo>
                  <a:lnTo>
                    <a:pt x="102323" y="10857"/>
                  </a:lnTo>
                  <a:lnTo>
                    <a:pt x="121066" y="10857"/>
                  </a:lnTo>
                  <a:lnTo>
                    <a:pt x="130255" y="166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97" name="Google Shape;378;g3e0edb04fb1_0_513"/>
            <p:cNvGrpSpPr/>
            <p:nvPr/>
          </p:nvGrpSpPr>
          <p:grpSpPr>
            <a:xfrm>
              <a:off x="7518240" y="4671360"/>
              <a:ext cx="356760" cy="493200"/>
              <a:chOff x="7518240" y="4671360"/>
              <a:chExt cx="356760" cy="493200"/>
            </a:xfrm>
          </p:grpSpPr>
          <p:sp>
            <p:nvSpPr>
              <p:cNvPr id="98" name="Google Shape;379;g3e0edb04fb1_0_513"/>
              <p:cNvSpPr/>
              <p:nvPr/>
            </p:nvSpPr>
            <p:spPr>
              <a:xfrm flipV="1" rot="16200000">
                <a:off x="7602480" y="4892040"/>
                <a:ext cx="347040" cy="198000"/>
              </a:xfrm>
              <a:custGeom>
                <a:avLst/>
                <a:gdLst>
                  <a:gd name="textAreaLeft" fmla="*/ 0 w 347040"/>
                  <a:gd name="textAreaRight" fmla="*/ 347400 w 347040"/>
                  <a:gd name="textAreaTop" fmla="*/ 360 h 198000"/>
                  <a:gd name="textAreaBottom" fmla="*/ 19872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99" name="Google Shape;380;g3e0edb04fb1_0_513"/>
              <p:cNvSpPr/>
              <p:nvPr/>
            </p:nvSpPr>
            <p:spPr>
              <a:xfrm flipV="1" rot="16200000">
                <a:off x="7517160" y="4672080"/>
                <a:ext cx="176760" cy="174600"/>
              </a:xfrm>
              <a:custGeom>
                <a:avLst/>
                <a:gdLst>
                  <a:gd name="textAreaLeft" fmla="*/ 0 w 176760"/>
                  <a:gd name="textAreaRight" fmla="*/ 177120 w 176760"/>
                  <a:gd name="textAreaTop" fmla="*/ -360 h 174600"/>
                  <a:gd name="textAreaBottom" fmla="*/ 17460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100" name="Google Shape;381;g3e0edb04fb1_0_513"/>
            <p:cNvSpPr/>
            <p:nvPr/>
          </p:nvSpPr>
          <p:spPr>
            <a:xfrm flipH="1" rot="10800000">
              <a:off x="8147520" y="2028960"/>
              <a:ext cx="1521360" cy="6319080"/>
            </a:xfrm>
            <a:custGeom>
              <a:avLst/>
              <a:gdLst>
                <a:gd name="textAreaLeft" fmla="*/ 360 w 1521360"/>
                <a:gd name="textAreaRight" fmla="*/ 1522080 w 1521360"/>
                <a:gd name="textAreaTop" fmla="*/ 0 h 6319080"/>
                <a:gd name="textAreaBottom" fmla="*/ 6319440 h 6319080"/>
              </a:gdLst>
              <a:ahLst/>
              <a:rect l="textAreaLeft" t="textAreaTop" r="textAreaRight" b="textAreaBottom"/>
              <a:pathLst>
                <a:path w="23262" h="96592">
                  <a:moveTo>
                    <a:pt x="0" y="0"/>
                  </a:moveTo>
                  <a:lnTo>
                    <a:pt x="18318" y="18318"/>
                  </a:lnTo>
                  <a:lnTo>
                    <a:pt x="18318" y="58471"/>
                  </a:lnTo>
                  <a:lnTo>
                    <a:pt x="10373" y="66417"/>
                  </a:lnTo>
                  <a:lnTo>
                    <a:pt x="10373" y="83703"/>
                  </a:lnTo>
                  <a:lnTo>
                    <a:pt x="23262" y="96592"/>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101" name="Google Shape;382;g3e0edb04fb1_0_513"/>
            <p:cNvGrpSpPr/>
            <p:nvPr/>
          </p:nvGrpSpPr>
          <p:grpSpPr>
            <a:xfrm>
              <a:off x="8820360" y="3237840"/>
              <a:ext cx="965520" cy="273240"/>
              <a:chOff x="8820360" y="3237840"/>
              <a:chExt cx="965520" cy="273240"/>
            </a:xfrm>
          </p:grpSpPr>
          <p:cxnSp>
            <p:nvCxnSpPr>
              <p:cNvPr id="102" name="Google Shape;383;g3e0edb04fb1_0_513"/>
              <p:cNvCxnSpPr/>
              <p:nvPr/>
            </p:nvCxnSpPr>
            <p:spPr>
              <a:xfrm flipH="1">
                <a:off x="8820360" y="3237840"/>
                <a:ext cx="965880" cy="360"/>
              </a:xfrm>
              <a:prstGeom prst="straightConnector1">
                <a:avLst/>
              </a:prstGeom>
              <a:ln w="9525">
                <a:solidFill>
                  <a:srgbClr val="69639c"/>
                </a:solidFill>
                <a:round/>
              </a:ln>
            </p:spPr>
          </p:cxnSp>
          <p:cxnSp>
            <p:nvCxnSpPr>
              <p:cNvPr id="103" name="Google Shape;384;g3e0edb04fb1_0_513"/>
              <p:cNvCxnSpPr/>
              <p:nvPr/>
            </p:nvCxnSpPr>
            <p:spPr>
              <a:xfrm flipH="1">
                <a:off x="8820360" y="3306240"/>
                <a:ext cx="965880" cy="360"/>
              </a:xfrm>
              <a:prstGeom prst="straightConnector1">
                <a:avLst/>
              </a:prstGeom>
              <a:ln w="9525">
                <a:solidFill>
                  <a:srgbClr val="69639c"/>
                </a:solidFill>
                <a:round/>
              </a:ln>
            </p:spPr>
          </p:cxnSp>
          <p:cxnSp>
            <p:nvCxnSpPr>
              <p:cNvPr id="104" name="Google Shape;385;g3e0edb04fb1_0_513"/>
              <p:cNvCxnSpPr/>
              <p:nvPr/>
            </p:nvCxnSpPr>
            <p:spPr>
              <a:xfrm flipH="1">
                <a:off x="8820360" y="3374280"/>
                <a:ext cx="965880" cy="360"/>
              </a:xfrm>
              <a:prstGeom prst="straightConnector1">
                <a:avLst/>
              </a:prstGeom>
              <a:ln w="9525">
                <a:solidFill>
                  <a:srgbClr val="69639c"/>
                </a:solidFill>
                <a:round/>
              </a:ln>
            </p:spPr>
          </p:cxnSp>
          <p:cxnSp>
            <p:nvCxnSpPr>
              <p:cNvPr id="105" name="Google Shape;386;g3e0edb04fb1_0_513"/>
              <p:cNvCxnSpPr/>
              <p:nvPr/>
            </p:nvCxnSpPr>
            <p:spPr>
              <a:xfrm flipH="1">
                <a:off x="8820360" y="3442680"/>
                <a:ext cx="965880" cy="360"/>
              </a:xfrm>
              <a:prstGeom prst="straightConnector1">
                <a:avLst/>
              </a:prstGeom>
              <a:ln w="9525">
                <a:solidFill>
                  <a:srgbClr val="69639c"/>
                </a:solidFill>
                <a:round/>
              </a:ln>
            </p:spPr>
          </p:cxnSp>
          <p:cxnSp>
            <p:nvCxnSpPr>
              <p:cNvPr id="106" name="Google Shape;387;g3e0edb04fb1_0_513"/>
              <p:cNvCxnSpPr/>
              <p:nvPr/>
            </p:nvCxnSpPr>
            <p:spPr>
              <a:xfrm flipH="1">
                <a:off x="8820360" y="3511080"/>
                <a:ext cx="965880" cy="360"/>
              </a:xfrm>
              <a:prstGeom prst="straightConnector1">
                <a:avLst/>
              </a:prstGeom>
              <a:ln w="9525">
                <a:solidFill>
                  <a:srgbClr val="69639c"/>
                </a:solidFill>
                <a:round/>
              </a:ln>
            </p:spPr>
          </p:cxnSp>
        </p:grpSp>
      </p:grpSp>
      <p:sp>
        <p:nvSpPr>
          <p:cNvPr id="107" name="Google Shape;388;g3e0edb04fb1_0_513"/>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109" name="Google Shape;392;g3e0edb04fb1_0_538"/>
          <p:cNvGrpSpPr/>
          <p:nvPr/>
        </p:nvGrpSpPr>
        <p:grpSpPr>
          <a:xfrm>
            <a:off x="8393400" y="-1627560"/>
            <a:ext cx="615240" cy="2881080"/>
            <a:chOff x="8393400" y="-1627560"/>
            <a:chExt cx="615240" cy="2881080"/>
          </a:xfrm>
        </p:grpSpPr>
        <p:cxnSp>
          <p:nvCxnSpPr>
            <p:cNvPr id="110" name="Google Shape;393;g3e0edb04fb1_0_538"/>
            <p:cNvCxnSpPr/>
            <p:nvPr/>
          </p:nvCxnSpPr>
          <p:spPr>
            <a:xfrm flipV="1">
              <a:off x="8393400" y="-1627560"/>
              <a:ext cx="360" cy="2269080"/>
            </a:xfrm>
            <a:prstGeom prst="straightConnector1">
              <a:avLst/>
            </a:prstGeom>
            <a:ln w="9525">
              <a:solidFill>
                <a:srgbClr val="afafb6"/>
              </a:solidFill>
              <a:round/>
            </a:ln>
          </p:spPr>
        </p:cxnSp>
        <p:cxnSp>
          <p:nvCxnSpPr>
            <p:cNvPr id="111" name="Google Shape;394;g3e0edb04fb1_0_538"/>
            <p:cNvCxnSpPr/>
            <p:nvPr/>
          </p:nvCxnSpPr>
          <p:spPr>
            <a:xfrm>
              <a:off x="8393400" y="641880"/>
              <a:ext cx="448200" cy="441720"/>
            </a:xfrm>
            <a:prstGeom prst="straightConnector1">
              <a:avLst/>
            </a:prstGeom>
            <a:ln w="9525">
              <a:solidFill>
                <a:srgbClr val="afafb6"/>
              </a:solidFill>
              <a:round/>
            </a:ln>
          </p:spPr>
        </p:cxnSp>
        <p:sp>
          <p:nvSpPr>
            <p:cNvPr id="112" name="Google Shape;395;g3e0edb04fb1_0_538"/>
            <p:cNvSpPr/>
            <p:nvPr/>
          </p:nvSpPr>
          <p:spPr>
            <a:xfrm rot="5400000">
              <a:off x="8816400" y="106128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13" name="Google Shape;396;g3e0edb04fb1_0_538"/>
          <p:cNvGrpSpPr/>
          <p:nvPr/>
        </p:nvGrpSpPr>
        <p:grpSpPr>
          <a:xfrm>
            <a:off x="6485760" y="4129920"/>
            <a:ext cx="269640" cy="1209240"/>
            <a:chOff x="6485760" y="4129920"/>
            <a:chExt cx="269640" cy="1209240"/>
          </a:xfrm>
        </p:grpSpPr>
        <p:sp>
          <p:nvSpPr>
            <p:cNvPr id="114" name="Google Shape;397;g3e0edb04fb1_0_538"/>
            <p:cNvSpPr/>
            <p:nvPr/>
          </p:nvSpPr>
          <p:spPr>
            <a:xfrm rot="10800000">
              <a:off x="6712560" y="4864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15" name="Google Shape;398;g3e0edb04fb1_0_538"/>
            <p:cNvSpPr/>
            <p:nvPr/>
          </p:nvSpPr>
          <p:spPr>
            <a:xfrm rot="10800000">
              <a:off x="6485760" y="412992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116" name="Google Shape;399;g3e0edb04fb1_0_538"/>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118" name="Google Shape;408;g3e0edb04fb1_0_549"/>
          <p:cNvGrpSpPr/>
          <p:nvPr/>
        </p:nvGrpSpPr>
        <p:grpSpPr>
          <a:xfrm>
            <a:off x="188640" y="445680"/>
            <a:ext cx="8669160" cy="4595760"/>
            <a:chOff x="188640" y="445680"/>
            <a:chExt cx="8669160" cy="4595760"/>
          </a:xfrm>
        </p:grpSpPr>
        <p:sp>
          <p:nvSpPr>
            <p:cNvPr id="119" name="Google Shape;409;g3e0edb04fb1_0_549"/>
            <p:cNvSpPr/>
            <p:nvPr/>
          </p:nvSpPr>
          <p:spPr>
            <a:xfrm rot="10800000">
              <a:off x="8615880" y="6850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20" name="Google Shape;410;g3e0edb04fb1_0_549"/>
            <p:cNvSpPr/>
            <p:nvPr/>
          </p:nvSpPr>
          <p:spPr>
            <a:xfrm rot="10800000">
              <a:off x="8814960" y="445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121" name="Google Shape;411;g3e0edb04fb1_0_549"/>
            <p:cNvGrpSpPr/>
            <p:nvPr/>
          </p:nvGrpSpPr>
          <p:grpSpPr>
            <a:xfrm>
              <a:off x="188640" y="4275720"/>
              <a:ext cx="206640" cy="765720"/>
              <a:chOff x="188640" y="4275720"/>
              <a:chExt cx="206640" cy="765720"/>
            </a:xfrm>
          </p:grpSpPr>
          <p:sp>
            <p:nvSpPr>
              <p:cNvPr id="122" name="Google Shape;412;g3e0edb04fb1_0_549"/>
              <p:cNvSpPr/>
              <p:nvPr/>
            </p:nvSpPr>
            <p:spPr>
              <a:xfrm rot="10800000">
                <a:off x="188640" y="42757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23" name="Google Shape;413;g3e0edb04fb1_0_549"/>
              <p:cNvSpPr/>
              <p:nvPr/>
            </p:nvSpPr>
            <p:spPr>
              <a:xfrm rot="10800000">
                <a:off x="352440" y="456696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124" name="Google Shape;414;g3e0edb04fb1_0_549"/>
          <p:cNvGrpSpPr/>
          <p:nvPr/>
        </p:nvGrpSpPr>
        <p:grpSpPr>
          <a:xfrm>
            <a:off x="478800" y="1380960"/>
            <a:ext cx="8298360" cy="1930320"/>
            <a:chOff x="478800" y="1380960"/>
            <a:chExt cx="8298360" cy="1930320"/>
          </a:xfrm>
        </p:grpSpPr>
        <p:sp>
          <p:nvSpPr>
            <p:cNvPr id="125" name="Google Shape;415;g3e0edb04fb1_0_549"/>
            <p:cNvSpPr/>
            <p:nvPr/>
          </p:nvSpPr>
          <p:spPr>
            <a:xfrm rot="10800000">
              <a:off x="8737560" y="13809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26" name="Google Shape;416;g3e0edb04fb1_0_549"/>
            <p:cNvSpPr/>
            <p:nvPr/>
          </p:nvSpPr>
          <p:spPr>
            <a:xfrm rot="10800000">
              <a:off x="478800" y="287064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27" name="Google Shape;417;g3e0edb04fb1_0_549"/>
          <p:cNvGrpSpPr/>
          <p:nvPr/>
        </p:nvGrpSpPr>
        <p:grpSpPr>
          <a:xfrm>
            <a:off x="260280" y="-533880"/>
            <a:ext cx="8742240" cy="5946120"/>
            <a:chOff x="260280" y="-533880"/>
            <a:chExt cx="8742240" cy="5946120"/>
          </a:xfrm>
        </p:grpSpPr>
        <p:grpSp>
          <p:nvGrpSpPr>
            <p:cNvPr id="128" name="Google Shape;418;g3e0edb04fb1_0_549"/>
            <p:cNvGrpSpPr/>
            <p:nvPr/>
          </p:nvGrpSpPr>
          <p:grpSpPr>
            <a:xfrm>
              <a:off x="7593480" y="-533880"/>
              <a:ext cx="273600" cy="964800"/>
              <a:chOff x="7593480" y="-533880"/>
              <a:chExt cx="273600" cy="964800"/>
            </a:xfrm>
          </p:grpSpPr>
          <p:cxnSp>
            <p:nvCxnSpPr>
              <p:cNvPr id="129" name="Google Shape;419;g3e0edb04fb1_0_549"/>
              <p:cNvCxnSpPr/>
              <p:nvPr/>
            </p:nvCxnSpPr>
            <p:spPr>
              <a:xfrm flipV="1">
                <a:off x="7867080" y="-533880"/>
                <a:ext cx="360" cy="965160"/>
              </a:xfrm>
              <a:prstGeom prst="straightConnector1">
                <a:avLst/>
              </a:prstGeom>
              <a:ln w="9525">
                <a:solidFill>
                  <a:srgbClr val="69639c"/>
                </a:solidFill>
                <a:round/>
              </a:ln>
            </p:spPr>
          </p:cxnSp>
          <p:cxnSp>
            <p:nvCxnSpPr>
              <p:cNvPr id="130" name="Google Shape;420;g3e0edb04fb1_0_549"/>
              <p:cNvCxnSpPr/>
              <p:nvPr/>
            </p:nvCxnSpPr>
            <p:spPr>
              <a:xfrm flipV="1">
                <a:off x="7798680" y="-533880"/>
                <a:ext cx="360" cy="965160"/>
              </a:xfrm>
              <a:prstGeom prst="straightConnector1">
                <a:avLst/>
              </a:prstGeom>
              <a:ln w="9525">
                <a:solidFill>
                  <a:srgbClr val="69639c"/>
                </a:solidFill>
                <a:round/>
              </a:ln>
            </p:spPr>
          </p:cxnSp>
          <p:cxnSp>
            <p:nvCxnSpPr>
              <p:cNvPr id="131" name="Google Shape;421;g3e0edb04fb1_0_549"/>
              <p:cNvCxnSpPr/>
              <p:nvPr/>
            </p:nvCxnSpPr>
            <p:spPr>
              <a:xfrm flipV="1">
                <a:off x="7730280" y="-533880"/>
                <a:ext cx="360" cy="965160"/>
              </a:xfrm>
              <a:prstGeom prst="straightConnector1">
                <a:avLst/>
              </a:prstGeom>
              <a:ln w="9525">
                <a:solidFill>
                  <a:srgbClr val="69639c"/>
                </a:solidFill>
                <a:round/>
              </a:ln>
            </p:spPr>
          </p:cxnSp>
          <p:cxnSp>
            <p:nvCxnSpPr>
              <p:cNvPr id="132" name="Google Shape;422;g3e0edb04fb1_0_549"/>
              <p:cNvCxnSpPr/>
              <p:nvPr/>
            </p:nvCxnSpPr>
            <p:spPr>
              <a:xfrm flipV="1">
                <a:off x="7661880" y="-533880"/>
                <a:ext cx="360" cy="965160"/>
              </a:xfrm>
              <a:prstGeom prst="straightConnector1">
                <a:avLst/>
              </a:prstGeom>
              <a:ln w="9525">
                <a:solidFill>
                  <a:srgbClr val="69639c"/>
                </a:solidFill>
                <a:round/>
              </a:ln>
            </p:spPr>
          </p:cxnSp>
          <p:cxnSp>
            <p:nvCxnSpPr>
              <p:cNvPr id="133" name="Google Shape;423;g3e0edb04fb1_0_549"/>
              <p:cNvCxnSpPr/>
              <p:nvPr/>
            </p:nvCxnSpPr>
            <p:spPr>
              <a:xfrm flipV="1">
                <a:off x="7593480" y="-533880"/>
                <a:ext cx="360" cy="965160"/>
              </a:xfrm>
              <a:prstGeom prst="straightConnector1">
                <a:avLst/>
              </a:prstGeom>
              <a:ln w="9525">
                <a:solidFill>
                  <a:srgbClr val="69639c"/>
                </a:solidFill>
                <a:round/>
              </a:ln>
            </p:spPr>
          </p:cxnSp>
        </p:grpSp>
        <p:sp>
          <p:nvSpPr>
            <p:cNvPr id="134" name="Google Shape;424;g3e0edb04fb1_0_549"/>
            <p:cNvSpPr/>
            <p:nvPr/>
          </p:nvSpPr>
          <p:spPr>
            <a:xfrm>
              <a:off x="5746680" y="-56880"/>
              <a:ext cx="3255840" cy="487800"/>
            </a:xfrm>
            <a:custGeom>
              <a:avLst/>
              <a:gdLst>
                <a:gd name="textAreaLeft" fmla="*/ 0 w 3255840"/>
                <a:gd name="textAreaRight" fmla="*/ 3256200 w 3255840"/>
                <a:gd name="textAreaTop" fmla="*/ 0 h 487800"/>
                <a:gd name="textAreaBottom" fmla="*/ 488160 h 487800"/>
              </a:gdLst>
              <a:ahLst/>
              <a:rect l="textAreaLeft" t="textAreaTop" r="textAreaRight" b="textAreaBottom"/>
              <a:pathLst>
                <a:path w="130255" h="19530">
                  <a:moveTo>
                    <a:pt x="0" y="0"/>
                  </a:moveTo>
                  <a:lnTo>
                    <a:pt x="19531" y="19530"/>
                  </a:lnTo>
                  <a:lnTo>
                    <a:pt x="93650" y="19530"/>
                  </a:lnTo>
                  <a:lnTo>
                    <a:pt x="102323" y="10857"/>
                  </a:lnTo>
                  <a:lnTo>
                    <a:pt x="121066" y="10857"/>
                  </a:lnTo>
                  <a:lnTo>
                    <a:pt x="130255" y="166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135" name="Google Shape;425;g3e0edb04fb1_0_549"/>
            <p:cNvGrpSpPr/>
            <p:nvPr/>
          </p:nvGrpSpPr>
          <p:grpSpPr>
            <a:xfrm>
              <a:off x="260280" y="3089520"/>
              <a:ext cx="492840" cy="2322720"/>
              <a:chOff x="260280" y="3089520"/>
              <a:chExt cx="492840" cy="2322720"/>
            </a:xfrm>
          </p:grpSpPr>
          <p:grpSp>
            <p:nvGrpSpPr>
              <p:cNvPr id="136" name="Google Shape;426;g3e0edb04fb1_0_549"/>
              <p:cNvGrpSpPr/>
              <p:nvPr/>
            </p:nvGrpSpPr>
            <p:grpSpPr>
              <a:xfrm>
                <a:off x="260280" y="3645720"/>
                <a:ext cx="492840" cy="356760"/>
                <a:chOff x="260280" y="3645720"/>
                <a:chExt cx="492840" cy="356760"/>
              </a:xfrm>
            </p:grpSpPr>
            <p:sp>
              <p:nvSpPr>
                <p:cNvPr id="137" name="Google Shape;427;g3e0edb04fb1_0_549"/>
                <p:cNvSpPr/>
                <p:nvPr/>
              </p:nvSpPr>
              <p:spPr>
                <a:xfrm>
                  <a:off x="260280" y="364572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38" name="Google Shape;428;g3e0edb04fb1_0_549"/>
                <p:cNvSpPr/>
                <p:nvPr/>
              </p:nvSpPr>
              <p:spPr>
                <a:xfrm>
                  <a:off x="576360" y="382788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139" name="Google Shape;429;g3e0edb04fb1_0_549"/>
              <p:cNvSpPr/>
              <p:nvPr/>
            </p:nvSpPr>
            <p:spPr>
              <a:xfrm>
                <a:off x="260280" y="3089520"/>
                <a:ext cx="475920" cy="2322720"/>
              </a:xfrm>
              <a:custGeom>
                <a:avLst/>
                <a:gdLst>
                  <a:gd name="textAreaLeft" fmla="*/ 0 w 475920"/>
                  <a:gd name="textAreaRight" fmla="*/ 476280 w 475920"/>
                  <a:gd name="textAreaTop" fmla="*/ 0 h 2322720"/>
                  <a:gd name="textAreaBottom" fmla="*/ 2323080 h 2322720"/>
                </a:gdLst>
                <a:ahLst/>
                <a:rect l="textAreaLeft" t="textAreaTop" r="textAreaRight" b="textAreaBottom"/>
                <a:pathLst>
                  <a:path w="19046" h="92923">
                    <a:moveTo>
                      <a:pt x="0" y="0"/>
                    </a:moveTo>
                    <a:lnTo>
                      <a:pt x="0" y="36635"/>
                    </a:lnTo>
                    <a:lnTo>
                      <a:pt x="19046" y="55681"/>
                    </a:lnTo>
                    <a:lnTo>
                      <a:pt x="19046" y="92923"/>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grpSp>
      <p:sp>
        <p:nvSpPr>
          <p:cNvPr id="140" name="Google Shape;430;g3e0edb04fb1_0_549"/>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4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142" name="Google Shape;441;g3e0edb04fb1_0_580"/>
          <p:cNvGrpSpPr/>
          <p:nvPr/>
        </p:nvGrpSpPr>
        <p:grpSpPr>
          <a:xfrm>
            <a:off x="487080" y="3743280"/>
            <a:ext cx="8732880" cy="1099080"/>
            <a:chOff x="487080" y="3743280"/>
            <a:chExt cx="8732880" cy="1099080"/>
          </a:xfrm>
        </p:grpSpPr>
        <p:sp>
          <p:nvSpPr>
            <p:cNvPr id="143" name="Google Shape;442;g3e0edb04fb1_0_580"/>
            <p:cNvSpPr/>
            <p:nvPr/>
          </p:nvSpPr>
          <p:spPr>
            <a:xfrm rot="5400000">
              <a:off x="8961120" y="372636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44" name="Google Shape;443;g3e0edb04fb1_0_580"/>
            <p:cNvSpPr/>
            <p:nvPr/>
          </p:nvSpPr>
          <p:spPr>
            <a:xfrm rot="5400000">
              <a:off x="8721720" y="35272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145" name="Google Shape;444;g3e0edb04fb1_0_580"/>
            <p:cNvGrpSpPr/>
            <p:nvPr/>
          </p:nvGrpSpPr>
          <p:grpSpPr>
            <a:xfrm>
              <a:off x="487080" y="4635720"/>
              <a:ext cx="765720" cy="206640"/>
              <a:chOff x="487080" y="4635720"/>
              <a:chExt cx="765720" cy="206640"/>
            </a:xfrm>
          </p:grpSpPr>
          <p:sp>
            <p:nvSpPr>
              <p:cNvPr id="146" name="Google Shape;445;g3e0edb04fb1_0_580"/>
              <p:cNvSpPr/>
              <p:nvPr/>
            </p:nvSpPr>
            <p:spPr>
              <a:xfrm rot="16200000">
                <a:off x="993960" y="44197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47" name="Google Shape;446;g3e0edb04fb1_0_580"/>
              <p:cNvSpPr/>
              <p:nvPr/>
            </p:nvSpPr>
            <p:spPr>
              <a:xfrm rot="16200000">
                <a:off x="702720" y="45835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148" name="Google Shape;447;g3e0edb04fb1_0_580"/>
          <p:cNvGrpSpPr/>
          <p:nvPr/>
        </p:nvGrpSpPr>
        <p:grpSpPr>
          <a:xfrm>
            <a:off x="198000" y="1002960"/>
            <a:ext cx="8688600" cy="2910600"/>
            <a:chOff x="198000" y="1002960"/>
            <a:chExt cx="8688600" cy="2910600"/>
          </a:xfrm>
        </p:grpSpPr>
        <p:sp>
          <p:nvSpPr>
            <p:cNvPr id="149" name="Google Shape;448;g3e0edb04fb1_0_580"/>
            <p:cNvSpPr/>
            <p:nvPr/>
          </p:nvSpPr>
          <p:spPr>
            <a:xfrm>
              <a:off x="8847000" y="10029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50" name="Google Shape;449;g3e0edb04fb1_0_580"/>
            <p:cNvSpPr/>
            <p:nvPr/>
          </p:nvSpPr>
          <p:spPr>
            <a:xfrm rot="10800000">
              <a:off x="198000" y="347292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51" name="Google Shape;450;g3e0edb04fb1_0_580"/>
          <p:cNvGrpSpPr/>
          <p:nvPr/>
        </p:nvGrpSpPr>
        <p:grpSpPr>
          <a:xfrm>
            <a:off x="-30960" y="-166680"/>
            <a:ext cx="9501840" cy="5231160"/>
            <a:chOff x="-30960" y="-166680"/>
            <a:chExt cx="9501840" cy="5231160"/>
          </a:xfrm>
        </p:grpSpPr>
        <p:grpSp>
          <p:nvGrpSpPr>
            <p:cNvPr id="152" name="Google Shape;451;g3e0edb04fb1_0_580"/>
            <p:cNvGrpSpPr/>
            <p:nvPr/>
          </p:nvGrpSpPr>
          <p:grpSpPr>
            <a:xfrm>
              <a:off x="8431200" y="2931120"/>
              <a:ext cx="356760" cy="492840"/>
              <a:chOff x="8431200" y="2931120"/>
              <a:chExt cx="356760" cy="492840"/>
            </a:xfrm>
          </p:grpSpPr>
          <p:sp>
            <p:nvSpPr>
              <p:cNvPr id="153" name="Google Shape;452;g3e0edb04fb1_0_580"/>
              <p:cNvSpPr/>
              <p:nvPr/>
            </p:nvSpPr>
            <p:spPr>
              <a:xfrm rot="5400000">
                <a:off x="8515440" y="300564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54" name="Google Shape;453;g3e0edb04fb1_0_580"/>
              <p:cNvSpPr/>
              <p:nvPr/>
            </p:nvSpPr>
            <p:spPr>
              <a:xfrm rot="5400000">
                <a:off x="8430120" y="324828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55" name="Google Shape;454;g3e0edb04fb1_0_580"/>
            <p:cNvGrpSpPr/>
            <p:nvPr/>
          </p:nvGrpSpPr>
          <p:grpSpPr>
            <a:xfrm>
              <a:off x="8505720" y="1679760"/>
              <a:ext cx="965160" cy="273600"/>
              <a:chOff x="8505720" y="1679760"/>
              <a:chExt cx="965160" cy="273600"/>
            </a:xfrm>
          </p:grpSpPr>
          <p:cxnSp>
            <p:nvCxnSpPr>
              <p:cNvPr id="156" name="Google Shape;455;g3e0edb04fb1_0_580"/>
              <p:cNvCxnSpPr/>
              <p:nvPr/>
            </p:nvCxnSpPr>
            <p:spPr>
              <a:xfrm>
                <a:off x="8505720" y="1953360"/>
                <a:ext cx="965520" cy="360"/>
              </a:xfrm>
              <a:prstGeom prst="straightConnector1">
                <a:avLst/>
              </a:prstGeom>
              <a:ln w="9525">
                <a:solidFill>
                  <a:srgbClr val="69639c"/>
                </a:solidFill>
                <a:round/>
              </a:ln>
            </p:spPr>
          </p:cxnSp>
          <p:cxnSp>
            <p:nvCxnSpPr>
              <p:cNvPr id="157" name="Google Shape;456;g3e0edb04fb1_0_580"/>
              <p:cNvCxnSpPr/>
              <p:nvPr/>
            </p:nvCxnSpPr>
            <p:spPr>
              <a:xfrm>
                <a:off x="8505720" y="1884960"/>
                <a:ext cx="965520" cy="360"/>
              </a:xfrm>
              <a:prstGeom prst="straightConnector1">
                <a:avLst/>
              </a:prstGeom>
              <a:ln w="9525">
                <a:solidFill>
                  <a:srgbClr val="69639c"/>
                </a:solidFill>
                <a:round/>
              </a:ln>
            </p:spPr>
          </p:cxnSp>
          <p:cxnSp>
            <p:nvCxnSpPr>
              <p:cNvPr id="158" name="Google Shape;457;g3e0edb04fb1_0_580"/>
              <p:cNvCxnSpPr/>
              <p:nvPr/>
            </p:nvCxnSpPr>
            <p:spPr>
              <a:xfrm>
                <a:off x="8505720" y="1816560"/>
                <a:ext cx="965520" cy="360"/>
              </a:xfrm>
              <a:prstGeom prst="straightConnector1">
                <a:avLst/>
              </a:prstGeom>
              <a:ln w="9525">
                <a:solidFill>
                  <a:srgbClr val="69639c"/>
                </a:solidFill>
                <a:round/>
              </a:ln>
            </p:spPr>
          </p:cxnSp>
          <p:cxnSp>
            <p:nvCxnSpPr>
              <p:cNvPr id="159" name="Google Shape;458;g3e0edb04fb1_0_580"/>
              <p:cNvCxnSpPr/>
              <p:nvPr/>
            </p:nvCxnSpPr>
            <p:spPr>
              <a:xfrm>
                <a:off x="8505720" y="1748160"/>
                <a:ext cx="965520" cy="360"/>
              </a:xfrm>
              <a:prstGeom prst="straightConnector1">
                <a:avLst/>
              </a:prstGeom>
              <a:ln w="9525">
                <a:solidFill>
                  <a:srgbClr val="69639c"/>
                </a:solidFill>
                <a:round/>
              </a:ln>
            </p:spPr>
          </p:cxnSp>
          <p:cxnSp>
            <p:nvCxnSpPr>
              <p:cNvPr id="160" name="Google Shape;459;g3e0edb04fb1_0_580"/>
              <p:cNvCxnSpPr/>
              <p:nvPr/>
            </p:nvCxnSpPr>
            <p:spPr>
              <a:xfrm>
                <a:off x="8505720" y="1679760"/>
                <a:ext cx="965520" cy="360"/>
              </a:xfrm>
              <a:prstGeom prst="straightConnector1">
                <a:avLst/>
              </a:prstGeom>
              <a:ln w="9525">
                <a:solidFill>
                  <a:srgbClr val="69639c"/>
                </a:solidFill>
                <a:round/>
              </a:ln>
            </p:spPr>
          </p:cxnSp>
        </p:grpSp>
        <p:sp>
          <p:nvSpPr>
            <p:cNvPr id="161" name="Google Shape;460;g3e0edb04fb1_0_580"/>
            <p:cNvSpPr/>
            <p:nvPr/>
          </p:nvSpPr>
          <p:spPr>
            <a:xfrm rot="5400000">
              <a:off x="7121880" y="1217160"/>
              <a:ext cx="3255840" cy="487800"/>
            </a:xfrm>
            <a:custGeom>
              <a:avLst/>
              <a:gdLst>
                <a:gd name="textAreaLeft" fmla="*/ 0 w 3255840"/>
                <a:gd name="textAreaRight" fmla="*/ 3256200 w 3255840"/>
                <a:gd name="textAreaTop" fmla="*/ 0 h 487800"/>
                <a:gd name="textAreaBottom" fmla="*/ 488160 h 487800"/>
              </a:gdLst>
              <a:ahLst/>
              <a:rect l="textAreaLeft" t="textAreaTop" r="textAreaRight" b="textAreaBottom"/>
              <a:pathLst>
                <a:path w="130255" h="19530">
                  <a:moveTo>
                    <a:pt x="0" y="0"/>
                  </a:moveTo>
                  <a:lnTo>
                    <a:pt x="19531" y="19530"/>
                  </a:lnTo>
                  <a:lnTo>
                    <a:pt x="93650" y="19530"/>
                  </a:lnTo>
                  <a:lnTo>
                    <a:pt x="102323" y="10857"/>
                  </a:lnTo>
                  <a:lnTo>
                    <a:pt x="121066" y="10857"/>
                  </a:lnTo>
                  <a:lnTo>
                    <a:pt x="130255" y="166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62" name="Google Shape;461;g3e0edb04fb1_0_580"/>
            <p:cNvSpPr/>
            <p:nvPr/>
          </p:nvSpPr>
          <p:spPr>
            <a:xfrm>
              <a:off x="-30960" y="2649960"/>
              <a:ext cx="581040" cy="2414520"/>
            </a:xfrm>
            <a:custGeom>
              <a:avLst/>
              <a:gdLst>
                <a:gd name="textAreaLeft" fmla="*/ 0 w 581040"/>
                <a:gd name="textAreaRight" fmla="*/ 581400 w 581040"/>
                <a:gd name="textAreaTop" fmla="*/ 0 h 2414520"/>
                <a:gd name="textAreaBottom" fmla="*/ 2414880 h 2414520"/>
              </a:gdLst>
              <a:ahLst/>
              <a:rect l="textAreaLeft" t="textAreaTop" r="textAreaRight" b="textAreaBottom"/>
              <a:pathLst>
                <a:path w="23262" h="96592">
                  <a:moveTo>
                    <a:pt x="0" y="0"/>
                  </a:moveTo>
                  <a:lnTo>
                    <a:pt x="18318" y="18318"/>
                  </a:lnTo>
                  <a:lnTo>
                    <a:pt x="18318" y="58471"/>
                  </a:lnTo>
                  <a:lnTo>
                    <a:pt x="10373" y="66417"/>
                  </a:lnTo>
                  <a:lnTo>
                    <a:pt x="10373" y="83703"/>
                  </a:lnTo>
                  <a:lnTo>
                    <a:pt x="23262" y="96592"/>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63" name="Google Shape;462;g3e0edb04fb1_0_580"/>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165" name="Google Shape;477;g3e0edb04fb1_0_612"/>
          <p:cNvGrpSpPr/>
          <p:nvPr/>
        </p:nvGrpSpPr>
        <p:grpSpPr>
          <a:xfrm>
            <a:off x="-173160" y="2055240"/>
            <a:ext cx="8977680" cy="874440"/>
            <a:chOff x="-173160" y="2055240"/>
            <a:chExt cx="8977680" cy="874440"/>
          </a:xfrm>
        </p:grpSpPr>
        <p:sp>
          <p:nvSpPr>
            <p:cNvPr id="166" name="Google Shape;478;g3e0edb04fb1_0_612"/>
            <p:cNvSpPr/>
            <p:nvPr/>
          </p:nvSpPr>
          <p:spPr>
            <a:xfrm flipH="1" rot="16200000">
              <a:off x="157680" y="267084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67" name="Google Shape;479;g3e0edb04fb1_0_612"/>
            <p:cNvSpPr/>
            <p:nvPr/>
          </p:nvSpPr>
          <p:spPr>
            <a:xfrm flipH="1" rot="16200000">
              <a:off x="42480" y="242352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168" name="Google Shape;480;g3e0edb04fb1_0_612"/>
            <p:cNvGrpSpPr/>
            <p:nvPr/>
          </p:nvGrpSpPr>
          <p:grpSpPr>
            <a:xfrm>
              <a:off x="8597880" y="2055240"/>
              <a:ext cx="206640" cy="765720"/>
              <a:chOff x="8597880" y="2055240"/>
              <a:chExt cx="206640" cy="765720"/>
            </a:xfrm>
          </p:grpSpPr>
          <p:sp>
            <p:nvSpPr>
              <p:cNvPr id="169" name="Google Shape;481;g3e0edb04fb1_0_612"/>
              <p:cNvSpPr/>
              <p:nvPr/>
            </p:nvSpPr>
            <p:spPr>
              <a:xfrm flipV="1" rot="10800000">
                <a:off x="8597880" y="2346480"/>
                <a:ext cx="42840" cy="474480"/>
              </a:xfrm>
              <a:custGeom>
                <a:avLst/>
                <a:gdLst>
                  <a:gd name="textAreaLeft" fmla="*/ 0 w 42840"/>
                  <a:gd name="textAreaRight" fmla="*/ 43200 w 42840"/>
                  <a:gd name="textAreaTop" fmla="*/ 360 h 474480"/>
                  <a:gd name="textAreaBottom" fmla="*/ 47520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70" name="Google Shape;482;g3e0edb04fb1_0_612"/>
              <p:cNvSpPr/>
              <p:nvPr/>
            </p:nvSpPr>
            <p:spPr>
              <a:xfrm flipV="1" rot="10800000">
                <a:off x="8761680" y="2055240"/>
                <a:ext cx="42840" cy="474480"/>
              </a:xfrm>
              <a:custGeom>
                <a:avLst/>
                <a:gdLst>
                  <a:gd name="textAreaLeft" fmla="*/ 0 w 42840"/>
                  <a:gd name="textAreaRight" fmla="*/ 43200 w 42840"/>
                  <a:gd name="textAreaTop" fmla="*/ 360 h 474480"/>
                  <a:gd name="textAreaBottom" fmla="*/ 47520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171" name="Google Shape;483;g3e0edb04fb1_0_612"/>
          <p:cNvGrpSpPr/>
          <p:nvPr/>
        </p:nvGrpSpPr>
        <p:grpSpPr>
          <a:xfrm>
            <a:off x="756720" y="700920"/>
            <a:ext cx="8183160" cy="4588920"/>
            <a:chOff x="756720" y="700920"/>
            <a:chExt cx="8183160" cy="4588920"/>
          </a:xfrm>
        </p:grpSpPr>
        <p:sp>
          <p:nvSpPr>
            <p:cNvPr id="172" name="Google Shape;484;g3e0edb04fb1_0_612"/>
            <p:cNvSpPr/>
            <p:nvPr/>
          </p:nvSpPr>
          <p:spPr>
            <a:xfrm flipH="1">
              <a:off x="756720" y="484920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73" name="Google Shape;485;g3e0edb04fb1_0_612"/>
            <p:cNvSpPr/>
            <p:nvPr/>
          </p:nvSpPr>
          <p:spPr>
            <a:xfrm flipH="1" rot="10800000">
              <a:off x="8900280" y="70092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74" name="Google Shape;486;g3e0edb04fb1_0_612"/>
          <p:cNvGrpSpPr/>
          <p:nvPr/>
        </p:nvGrpSpPr>
        <p:grpSpPr>
          <a:xfrm>
            <a:off x="-418680" y="-549360"/>
            <a:ext cx="9906120" cy="5811120"/>
            <a:chOff x="-418680" y="-549360"/>
            <a:chExt cx="9906120" cy="5811120"/>
          </a:xfrm>
        </p:grpSpPr>
        <p:grpSp>
          <p:nvGrpSpPr>
            <p:cNvPr id="175" name="Google Shape;487;g3e0edb04fb1_0_612"/>
            <p:cNvGrpSpPr/>
            <p:nvPr/>
          </p:nvGrpSpPr>
          <p:grpSpPr>
            <a:xfrm>
              <a:off x="8269560" y="182520"/>
              <a:ext cx="493200" cy="356760"/>
              <a:chOff x="8269560" y="182520"/>
              <a:chExt cx="493200" cy="356760"/>
            </a:xfrm>
          </p:grpSpPr>
          <p:sp>
            <p:nvSpPr>
              <p:cNvPr id="176" name="Google Shape;488;g3e0edb04fb1_0_612"/>
              <p:cNvSpPr/>
              <p:nvPr/>
            </p:nvSpPr>
            <p:spPr>
              <a:xfrm flipV="1" rot="10800000">
                <a:off x="8415720" y="182520"/>
                <a:ext cx="347040" cy="198000"/>
              </a:xfrm>
              <a:custGeom>
                <a:avLst/>
                <a:gdLst>
                  <a:gd name="textAreaLeft" fmla="*/ 0 w 347040"/>
                  <a:gd name="textAreaRight" fmla="*/ 347400 w 347040"/>
                  <a:gd name="textAreaTop" fmla="*/ 360 h 198000"/>
                  <a:gd name="textAreaBottom" fmla="*/ 19872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77" name="Google Shape;489;g3e0edb04fb1_0_612"/>
              <p:cNvSpPr/>
              <p:nvPr/>
            </p:nvSpPr>
            <p:spPr>
              <a:xfrm flipV="1" rot="10800000">
                <a:off x="8269560" y="364320"/>
                <a:ext cx="176760" cy="174600"/>
              </a:xfrm>
              <a:custGeom>
                <a:avLst/>
                <a:gdLst>
                  <a:gd name="textAreaLeft" fmla="*/ 0 w 176760"/>
                  <a:gd name="textAreaRight" fmla="*/ 177120 w 176760"/>
                  <a:gd name="textAreaTop" fmla="*/ -360 h 174600"/>
                  <a:gd name="textAreaBottom" fmla="*/ 17460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78" name="Google Shape;490;g3e0edb04fb1_0_612"/>
            <p:cNvGrpSpPr/>
            <p:nvPr/>
          </p:nvGrpSpPr>
          <p:grpSpPr>
            <a:xfrm>
              <a:off x="-418680" y="3972960"/>
              <a:ext cx="965160" cy="273600"/>
              <a:chOff x="-418680" y="3972960"/>
              <a:chExt cx="965160" cy="273600"/>
            </a:xfrm>
          </p:grpSpPr>
          <p:cxnSp>
            <p:nvCxnSpPr>
              <p:cNvPr id="179" name="Google Shape;491;g3e0edb04fb1_0_612"/>
              <p:cNvCxnSpPr/>
              <p:nvPr/>
            </p:nvCxnSpPr>
            <p:spPr>
              <a:xfrm flipH="1">
                <a:off x="-418680" y="4246560"/>
                <a:ext cx="965520" cy="360"/>
              </a:xfrm>
              <a:prstGeom prst="straightConnector1">
                <a:avLst/>
              </a:prstGeom>
              <a:ln w="9525">
                <a:solidFill>
                  <a:srgbClr val="69639c"/>
                </a:solidFill>
                <a:round/>
              </a:ln>
            </p:spPr>
          </p:cxnSp>
          <p:cxnSp>
            <p:nvCxnSpPr>
              <p:cNvPr id="180" name="Google Shape;492;g3e0edb04fb1_0_612"/>
              <p:cNvCxnSpPr/>
              <p:nvPr/>
            </p:nvCxnSpPr>
            <p:spPr>
              <a:xfrm flipH="1">
                <a:off x="-418680" y="4178160"/>
                <a:ext cx="965520" cy="360"/>
              </a:xfrm>
              <a:prstGeom prst="straightConnector1">
                <a:avLst/>
              </a:prstGeom>
              <a:ln w="9525">
                <a:solidFill>
                  <a:srgbClr val="69639c"/>
                </a:solidFill>
                <a:round/>
              </a:ln>
            </p:spPr>
          </p:cxnSp>
          <p:cxnSp>
            <p:nvCxnSpPr>
              <p:cNvPr id="181" name="Google Shape;493;g3e0edb04fb1_0_612"/>
              <p:cNvCxnSpPr/>
              <p:nvPr/>
            </p:nvCxnSpPr>
            <p:spPr>
              <a:xfrm flipH="1">
                <a:off x="-418680" y="4109760"/>
                <a:ext cx="965520" cy="360"/>
              </a:xfrm>
              <a:prstGeom prst="straightConnector1">
                <a:avLst/>
              </a:prstGeom>
              <a:ln w="9525">
                <a:solidFill>
                  <a:srgbClr val="69639c"/>
                </a:solidFill>
                <a:round/>
              </a:ln>
            </p:spPr>
          </p:cxnSp>
          <p:cxnSp>
            <p:nvCxnSpPr>
              <p:cNvPr id="182" name="Google Shape;494;g3e0edb04fb1_0_612"/>
              <p:cNvCxnSpPr/>
              <p:nvPr/>
            </p:nvCxnSpPr>
            <p:spPr>
              <a:xfrm flipH="1">
                <a:off x="-418680" y="4041360"/>
                <a:ext cx="965520" cy="360"/>
              </a:xfrm>
              <a:prstGeom prst="straightConnector1">
                <a:avLst/>
              </a:prstGeom>
              <a:ln w="9525">
                <a:solidFill>
                  <a:srgbClr val="69639c"/>
                </a:solidFill>
                <a:round/>
              </a:ln>
            </p:spPr>
          </p:cxnSp>
          <p:cxnSp>
            <p:nvCxnSpPr>
              <p:cNvPr id="183" name="Google Shape;495;g3e0edb04fb1_0_612"/>
              <p:cNvCxnSpPr/>
              <p:nvPr/>
            </p:nvCxnSpPr>
            <p:spPr>
              <a:xfrm flipH="1">
                <a:off x="-418680" y="3972960"/>
                <a:ext cx="965520" cy="360"/>
              </a:xfrm>
              <a:prstGeom prst="straightConnector1">
                <a:avLst/>
              </a:prstGeom>
              <a:ln w="9525">
                <a:solidFill>
                  <a:srgbClr val="69639c"/>
                </a:solidFill>
                <a:round/>
              </a:ln>
            </p:spPr>
          </p:cxnSp>
        </p:grpSp>
        <p:sp>
          <p:nvSpPr>
            <p:cNvPr id="184" name="Google Shape;496;g3e0edb04fb1_0_612"/>
            <p:cNvSpPr/>
            <p:nvPr/>
          </p:nvSpPr>
          <p:spPr>
            <a:xfrm flipH="1" rot="16200000">
              <a:off x="-641880" y="4073040"/>
              <a:ext cx="2067840" cy="309600"/>
            </a:xfrm>
            <a:custGeom>
              <a:avLst/>
              <a:gdLst>
                <a:gd name="textAreaLeft" fmla="*/ 360 w 2067840"/>
                <a:gd name="textAreaRight" fmla="*/ 2068560 w 2067840"/>
                <a:gd name="textAreaTop" fmla="*/ 0 h 309600"/>
                <a:gd name="textAreaBottom" fmla="*/ 309960 h 309600"/>
              </a:gdLst>
              <a:ahLst/>
              <a:rect l="textAreaLeft" t="textAreaTop" r="textAreaRight" b="textAreaBottom"/>
              <a:pathLst>
                <a:path w="130255" h="19530">
                  <a:moveTo>
                    <a:pt x="0" y="0"/>
                  </a:moveTo>
                  <a:lnTo>
                    <a:pt x="19531" y="19530"/>
                  </a:lnTo>
                  <a:lnTo>
                    <a:pt x="93650" y="19530"/>
                  </a:lnTo>
                  <a:lnTo>
                    <a:pt x="102323" y="10857"/>
                  </a:lnTo>
                  <a:lnTo>
                    <a:pt x="121066" y="10857"/>
                  </a:lnTo>
                  <a:lnTo>
                    <a:pt x="130255" y="166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85" name="Google Shape;497;g3e0edb04fb1_0_612"/>
            <p:cNvSpPr/>
            <p:nvPr/>
          </p:nvSpPr>
          <p:spPr>
            <a:xfrm flipH="1">
              <a:off x="8572320" y="-549360"/>
              <a:ext cx="914760" cy="3798720"/>
            </a:xfrm>
            <a:custGeom>
              <a:avLst/>
              <a:gdLst>
                <a:gd name="textAreaLeft" fmla="*/ -360 w 914760"/>
                <a:gd name="textAreaRight" fmla="*/ 914760 w 914760"/>
                <a:gd name="textAreaTop" fmla="*/ 0 h 3798720"/>
                <a:gd name="textAreaBottom" fmla="*/ 3799080 h 3798720"/>
              </a:gdLst>
              <a:ahLst/>
              <a:rect l="textAreaLeft" t="textAreaTop" r="textAreaRight" b="textAreaBottom"/>
              <a:pathLst>
                <a:path w="23262" h="96592">
                  <a:moveTo>
                    <a:pt x="0" y="0"/>
                  </a:moveTo>
                  <a:lnTo>
                    <a:pt x="18318" y="18318"/>
                  </a:lnTo>
                  <a:lnTo>
                    <a:pt x="18318" y="58471"/>
                  </a:lnTo>
                  <a:lnTo>
                    <a:pt x="10373" y="66417"/>
                  </a:lnTo>
                  <a:lnTo>
                    <a:pt x="10373" y="83703"/>
                  </a:lnTo>
                  <a:lnTo>
                    <a:pt x="23262" y="96592"/>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186" name="Google Shape;498;g3e0edb04fb1_0_612"/>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87" name="PlaceHolder 1"/>
          <p:cNvSpPr>
            <a:spLocks noGrp="1"/>
          </p:cNvSpPr>
          <p:nvPr>
            <p:ph type="title"/>
          </p:nvPr>
        </p:nvSpPr>
        <p:spPr>
          <a:xfrm>
            <a:off x="1022400" y="2965320"/>
            <a:ext cx="3382200" cy="76860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4100" spc="-1" strike="noStrike">
                <a:solidFill>
                  <a:schemeClr val="lt1"/>
                </a:solidFill>
                <a:latin typeface="Raleway ExtraBold"/>
                <a:ea typeface="Raleway ExtraBold"/>
              </a:rPr>
              <a:t>xx%</a:t>
            </a:r>
            <a:endParaRPr b="0" lang="en-IN" sz="4100" spc="-1" strike="noStrike">
              <a:solidFill>
                <a:srgbClr val="000000"/>
              </a:solidFill>
              <a:latin typeface="Arial"/>
            </a:endParaRPr>
          </a:p>
        </p:txBody>
      </p:sp>
      <p:sp>
        <p:nvSpPr>
          <p:cNvPr id="188" name="PlaceHolder 2"/>
          <p:cNvSpPr>
            <a:spLocks noGrp="1"/>
          </p:cNvSpPr>
          <p:nvPr>
            <p:ph type="title"/>
          </p:nvPr>
        </p:nvSpPr>
        <p:spPr>
          <a:xfrm>
            <a:off x="3035160" y="1320120"/>
            <a:ext cx="3382200" cy="76860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4100" spc="-1" strike="noStrike">
                <a:solidFill>
                  <a:schemeClr val="lt1"/>
                </a:solidFill>
                <a:latin typeface="Raleway ExtraBold"/>
                <a:ea typeface="Raleway ExtraBold"/>
              </a:rPr>
              <a:t>xx%</a:t>
            </a:r>
            <a:endParaRPr b="0" lang="en-IN" sz="4100" spc="-1" strike="noStrike">
              <a:solidFill>
                <a:srgbClr val="000000"/>
              </a:solidFill>
              <a:latin typeface="Arial"/>
            </a:endParaRPr>
          </a:p>
        </p:txBody>
      </p:sp>
      <p:sp>
        <p:nvSpPr>
          <p:cNvPr id="189" name="PlaceHolder 3"/>
          <p:cNvSpPr>
            <a:spLocks noGrp="1"/>
          </p:cNvSpPr>
          <p:nvPr>
            <p:ph type="title"/>
          </p:nvPr>
        </p:nvSpPr>
        <p:spPr>
          <a:xfrm>
            <a:off x="5048280" y="2965320"/>
            <a:ext cx="3382200" cy="76860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4100" spc="-1" strike="noStrike">
                <a:solidFill>
                  <a:schemeClr val="lt1"/>
                </a:solidFill>
                <a:latin typeface="Raleway ExtraBold"/>
                <a:ea typeface="Raleway ExtraBold"/>
              </a:rPr>
              <a:t>xx%</a:t>
            </a:r>
            <a:endParaRPr b="0" lang="en-IN" sz="4100" spc="-1" strike="noStrike">
              <a:solidFill>
                <a:srgbClr val="000000"/>
              </a:solidFill>
              <a:latin typeface="Arial"/>
            </a:endParaRPr>
          </a:p>
        </p:txBody>
      </p:sp>
      <p:sp>
        <p:nvSpPr>
          <p:cNvPr id="190" name="Google Shape;506;g3e0edb04fb1_0_648"/>
          <p:cNvSpPr/>
          <p:nvPr/>
        </p:nvSpPr>
        <p:spPr>
          <a:xfrm rot="5400000">
            <a:off x="9120960" y="6969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191" name="Google Shape;507;g3e0edb04fb1_0_648"/>
          <p:cNvGrpSpPr/>
          <p:nvPr/>
        </p:nvGrpSpPr>
        <p:grpSpPr>
          <a:xfrm>
            <a:off x="-739800" y="415800"/>
            <a:ext cx="10142280" cy="2149920"/>
            <a:chOff x="-739800" y="415800"/>
            <a:chExt cx="10142280" cy="2149920"/>
          </a:xfrm>
        </p:grpSpPr>
        <p:grpSp>
          <p:nvGrpSpPr>
            <p:cNvPr id="192" name="Google Shape;508;g3e0edb04fb1_0_648"/>
            <p:cNvGrpSpPr/>
            <p:nvPr/>
          </p:nvGrpSpPr>
          <p:grpSpPr>
            <a:xfrm>
              <a:off x="8243280" y="415800"/>
              <a:ext cx="1159200" cy="247320"/>
              <a:chOff x="8243280" y="415800"/>
              <a:chExt cx="1159200" cy="247320"/>
            </a:xfrm>
          </p:grpSpPr>
          <p:sp>
            <p:nvSpPr>
              <p:cNvPr id="193" name="Google Shape;509;g3e0edb04fb1_0_648"/>
              <p:cNvSpPr/>
              <p:nvPr/>
            </p:nvSpPr>
            <p:spPr>
              <a:xfrm rot="5400000">
                <a:off x="8458920" y="19980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94" name="Google Shape;510;g3e0edb04fb1_0_648"/>
              <p:cNvSpPr/>
              <p:nvPr/>
            </p:nvSpPr>
            <p:spPr>
              <a:xfrm rot="16200000">
                <a:off x="8951400" y="21204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195" name="Google Shape;511;g3e0edb04fb1_0_648"/>
            <p:cNvGrpSpPr/>
            <p:nvPr/>
          </p:nvGrpSpPr>
          <p:grpSpPr>
            <a:xfrm>
              <a:off x="-739800" y="1454760"/>
              <a:ext cx="1110960" cy="1110960"/>
              <a:chOff x="-739800" y="1454760"/>
              <a:chExt cx="1110960" cy="1110960"/>
            </a:xfrm>
          </p:grpSpPr>
          <p:sp>
            <p:nvSpPr>
              <p:cNvPr id="196" name="Google Shape;512;g3e0edb04fb1_0_648"/>
              <p:cNvSpPr/>
              <p:nvPr/>
            </p:nvSpPr>
            <p:spPr>
              <a:xfrm>
                <a:off x="-739800" y="145476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197" name="Google Shape;513;g3e0edb04fb1_0_648"/>
              <p:cNvSpPr/>
              <p:nvPr/>
            </p:nvSpPr>
            <p:spPr>
              <a:xfrm>
                <a:off x="-566280" y="162828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198" name="Google Shape;514;g3e0edb04fb1_0_648"/>
          <p:cNvGrpSpPr/>
          <p:nvPr/>
        </p:nvGrpSpPr>
        <p:grpSpPr>
          <a:xfrm>
            <a:off x="-1341000" y="-3183120"/>
            <a:ext cx="10223640" cy="10252440"/>
            <a:chOff x="-1341000" y="-3183120"/>
            <a:chExt cx="10223640" cy="10252440"/>
          </a:xfrm>
        </p:grpSpPr>
        <p:grpSp>
          <p:nvGrpSpPr>
            <p:cNvPr id="199" name="Google Shape;515;g3e0edb04fb1_0_648"/>
            <p:cNvGrpSpPr/>
            <p:nvPr/>
          </p:nvGrpSpPr>
          <p:grpSpPr>
            <a:xfrm>
              <a:off x="1836000" y="2153520"/>
              <a:ext cx="7046640" cy="4915800"/>
              <a:chOff x="1836000" y="2153520"/>
              <a:chExt cx="7046640" cy="4915800"/>
            </a:xfrm>
          </p:grpSpPr>
          <p:grpSp>
            <p:nvGrpSpPr>
              <p:cNvPr id="200" name="Google Shape;516;g3e0edb04fb1_0_648"/>
              <p:cNvGrpSpPr/>
              <p:nvPr/>
            </p:nvGrpSpPr>
            <p:grpSpPr>
              <a:xfrm>
                <a:off x="8201880" y="2153520"/>
                <a:ext cx="680760" cy="3359880"/>
                <a:chOff x="8201880" y="2153520"/>
                <a:chExt cx="680760" cy="3359880"/>
              </a:xfrm>
            </p:grpSpPr>
            <p:cxnSp>
              <p:nvCxnSpPr>
                <p:cNvPr id="201" name="Google Shape;517;g3e0edb04fb1_0_648"/>
                <p:cNvCxnSpPr/>
                <p:nvPr/>
              </p:nvCxnSpPr>
              <p:spPr>
                <a:xfrm>
                  <a:off x="8882640" y="2844000"/>
                  <a:ext cx="360" cy="2669760"/>
                </a:xfrm>
                <a:prstGeom prst="straightConnector1">
                  <a:avLst/>
                </a:prstGeom>
                <a:ln w="9525">
                  <a:solidFill>
                    <a:srgbClr val="afafb6"/>
                  </a:solidFill>
                  <a:round/>
                </a:ln>
              </p:spPr>
            </p:cxnSp>
            <p:cxnSp>
              <p:nvCxnSpPr>
                <p:cNvPr id="202" name="Google Shape;518;g3e0edb04fb1_0_648"/>
                <p:cNvCxnSpPr/>
                <p:nvPr/>
              </p:nvCxnSpPr>
              <p:spPr>
                <a:xfrm flipH="1" flipV="1">
                  <a:off x="8355960" y="2324160"/>
                  <a:ext cx="527040" cy="519120"/>
                </a:xfrm>
                <a:prstGeom prst="straightConnector1">
                  <a:avLst/>
                </a:prstGeom>
                <a:ln w="9525">
                  <a:solidFill>
                    <a:srgbClr val="afafb6"/>
                  </a:solidFill>
                  <a:round/>
                </a:ln>
              </p:spPr>
            </p:cxnSp>
            <p:sp>
              <p:nvSpPr>
                <p:cNvPr id="203" name="Google Shape;519;g3e0edb04fb1_0_648"/>
                <p:cNvSpPr/>
                <p:nvPr/>
              </p:nvSpPr>
              <p:spPr>
                <a:xfrm rot="16200000">
                  <a:off x="8200800" y="215424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04" name="Google Shape;520;g3e0edb04fb1_0_648"/>
              <p:cNvGrpSpPr/>
              <p:nvPr/>
            </p:nvGrpSpPr>
            <p:grpSpPr>
              <a:xfrm>
                <a:off x="1836000" y="4519080"/>
                <a:ext cx="3872160" cy="2550240"/>
                <a:chOff x="1836000" y="4519080"/>
                <a:chExt cx="3872160" cy="2550240"/>
              </a:xfrm>
            </p:grpSpPr>
            <p:cxnSp>
              <p:nvCxnSpPr>
                <p:cNvPr id="205" name="Google Shape;521;g3e0edb04fb1_0_648"/>
                <p:cNvCxnSpPr/>
                <p:nvPr/>
              </p:nvCxnSpPr>
              <p:spPr>
                <a:xfrm flipH="1">
                  <a:off x="1836000" y="7069320"/>
                  <a:ext cx="3872520" cy="360"/>
                </a:xfrm>
                <a:prstGeom prst="straightConnector1">
                  <a:avLst/>
                </a:prstGeom>
                <a:ln w="9525">
                  <a:solidFill>
                    <a:srgbClr val="69639c"/>
                  </a:solidFill>
                  <a:round/>
                </a:ln>
              </p:spPr>
            </p:cxnSp>
            <p:cxnSp>
              <p:nvCxnSpPr>
                <p:cNvPr id="206" name="Google Shape;522;g3e0edb04fb1_0_648"/>
                <p:cNvCxnSpPr/>
                <p:nvPr/>
              </p:nvCxnSpPr>
              <p:spPr>
                <a:xfrm flipV="1">
                  <a:off x="3772080" y="4681440"/>
                  <a:ext cx="464400" cy="450720"/>
                </a:xfrm>
                <a:prstGeom prst="straightConnector1">
                  <a:avLst/>
                </a:prstGeom>
                <a:ln w="9525">
                  <a:solidFill>
                    <a:srgbClr val="69639c"/>
                  </a:solidFill>
                  <a:round/>
                </a:ln>
              </p:spPr>
            </p:cxnSp>
            <p:sp>
              <p:nvSpPr>
                <p:cNvPr id="207" name="Google Shape;523;g3e0edb04fb1_0_648"/>
                <p:cNvSpPr/>
                <p:nvPr/>
              </p:nvSpPr>
              <p:spPr>
                <a:xfrm flipV="1" rot="16200000">
                  <a:off x="4205160" y="4519800"/>
                  <a:ext cx="192960" cy="191160"/>
                </a:xfrm>
                <a:custGeom>
                  <a:avLst/>
                  <a:gdLst>
                    <a:gd name="textAreaLeft" fmla="*/ 0 w 192960"/>
                    <a:gd name="textAreaRight" fmla="*/ 193320 w 192960"/>
                    <a:gd name="textAreaTop" fmla="*/ -360 h 191160"/>
                    <a:gd name="textAreaBottom" fmla="*/ 19116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
          <p:nvSpPr>
            <p:cNvPr id="208" name="Google Shape;524;g3e0edb04fb1_0_648"/>
            <p:cNvSpPr/>
            <p:nvPr/>
          </p:nvSpPr>
          <p:spPr>
            <a:xfrm flipH="1" rot="16200000">
              <a:off x="229320" y="-2095200"/>
              <a:ext cx="1197000" cy="4338360"/>
            </a:xfrm>
            <a:custGeom>
              <a:avLst/>
              <a:gdLst>
                <a:gd name="textAreaLeft" fmla="*/ -360 w 1197000"/>
                <a:gd name="textAreaRight" fmla="*/ 1197000 w 1197000"/>
                <a:gd name="textAreaTop" fmla="*/ 0 h 4338360"/>
                <a:gd name="textAreaBottom" fmla="*/ 4338720 h 4338360"/>
              </a:gdLst>
              <a:ahLst/>
              <a:rect l="textAreaLeft" t="textAreaTop" r="textAreaRight" b="textAreaBottom"/>
              <a:pathLst>
                <a:path w="18075" h="65507">
                  <a:moveTo>
                    <a:pt x="0" y="65507"/>
                  </a:moveTo>
                  <a:lnTo>
                    <a:pt x="18075" y="47432"/>
                  </a:lnTo>
                  <a:lnTo>
                    <a:pt x="18075" y="0"/>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209" name="Google Shape;525;g3e0edb04fb1_0_648"/>
            <p:cNvGrpSpPr/>
            <p:nvPr/>
          </p:nvGrpSpPr>
          <p:grpSpPr>
            <a:xfrm>
              <a:off x="1181520" y="676080"/>
              <a:ext cx="356760" cy="492840"/>
              <a:chOff x="1181520" y="676080"/>
              <a:chExt cx="356760" cy="492840"/>
            </a:xfrm>
          </p:grpSpPr>
          <p:sp>
            <p:nvSpPr>
              <p:cNvPr id="210" name="Google Shape;526;g3e0edb04fb1_0_648"/>
              <p:cNvSpPr/>
              <p:nvPr/>
            </p:nvSpPr>
            <p:spPr>
              <a:xfrm rot="5400000">
                <a:off x="1265760" y="75060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solidFill>
                <a:schemeClr val="lt2"/>
              </a:solid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11" name="Google Shape;527;g3e0edb04fb1_0_648"/>
              <p:cNvSpPr/>
              <p:nvPr/>
            </p:nvSpPr>
            <p:spPr>
              <a:xfrm rot="5400000">
                <a:off x="1180440" y="99324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12" name="Google Shape;528;g3e0edb04fb1_0_648"/>
            <p:cNvGrpSpPr/>
            <p:nvPr/>
          </p:nvGrpSpPr>
          <p:grpSpPr>
            <a:xfrm>
              <a:off x="612720" y="-3183120"/>
              <a:ext cx="615240" cy="3858840"/>
              <a:chOff x="612720" y="-3183120"/>
              <a:chExt cx="615240" cy="3858840"/>
            </a:xfrm>
          </p:grpSpPr>
          <p:cxnSp>
            <p:nvCxnSpPr>
              <p:cNvPr id="213" name="Google Shape;529;g3e0edb04fb1_0_648"/>
              <p:cNvCxnSpPr/>
              <p:nvPr/>
            </p:nvCxnSpPr>
            <p:spPr>
              <a:xfrm>
                <a:off x="1227960" y="-3183120"/>
                <a:ext cx="360" cy="3859200"/>
              </a:xfrm>
              <a:prstGeom prst="straightConnector1">
                <a:avLst/>
              </a:prstGeom>
              <a:ln w="9525">
                <a:solidFill>
                  <a:srgbClr val="afafb6"/>
                </a:solidFill>
                <a:round/>
              </a:ln>
            </p:spPr>
          </p:cxnSp>
          <p:cxnSp>
            <p:nvCxnSpPr>
              <p:cNvPr id="214" name="Google Shape;530;g3e0edb04fb1_0_648"/>
              <p:cNvCxnSpPr/>
              <p:nvPr/>
            </p:nvCxnSpPr>
            <p:spPr>
              <a:xfrm>
                <a:off x="1091160" y="-3183120"/>
                <a:ext cx="360" cy="3859200"/>
              </a:xfrm>
              <a:prstGeom prst="straightConnector1">
                <a:avLst/>
              </a:prstGeom>
              <a:ln w="9525">
                <a:solidFill>
                  <a:srgbClr val="afafb6"/>
                </a:solidFill>
                <a:round/>
              </a:ln>
            </p:spPr>
          </p:cxnSp>
          <p:cxnSp>
            <p:nvCxnSpPr>
              <p:cNvPr id="215" name="Google Shape;531;g3e0edb04fb1_0_648"/>
              <p:cNvCxnSpPr/>
              <p:nvPr/>
            </p:nvCxnSpPr>
            <p:spPr>
              <a:xfrm>
                <a:off x="1159560" y="-3183120"/>
                <a:ext cx="360" cy="3859200"/>
              </a:xfrm>
              <a:prstGeom prst="straightConnector1">
                <a:avLst/>
              </a:prstGeom>
              <a:ln w="9525">
                <a:solidFill>
                  <a:srgbClr val="afafb6"/>
                </a:solidFill>
                <a:round/>
              </a:ln>
            </p:spPr>
          </p:cxnSp>
          <p:cxnSp>
            <p:nvCxnSpPr>
              <p:cNvPr id="216" name="Google Shape;532;g3e0edb04fb1_0_648"/>
              <p:cNvCxnSpPr/>
              <p:nvPr/>
            </p:nvCxnSpPr>
            <p:spPr>
              <a:xfrm>
                <a:off x="1022760" y="-3183120"/>
                <a:ext cx="360" cy="3859200"/>
              </a:xfrm>
              <a:prstGeom prst="straightConnector1">
                <a:avLst/>
              </a:prstGeom>
              <a:ln w="9525">
                <a:solidFill>
                  <a:srgbClr val="afafb6"/>
                </a:solidFill>
                <a:round/>
              </a:ln>
            </p:spPr>
          </p:cxnSp>
          <p:cxnSp>
            <p:nvCxnSpPr>
              <p:cNvPr id="217" name="Google Shape;533;g3e0edb04fb1_0_648"/>
              <p:cNvCxnSpPr/>
              <p:nvPr/>
            </p:nvCxnSpPr>
            <p:spPr>
              <a:xfrm>
                <a:off x="954360" y="-3183120"/>
                <a:ext cx="360" cy="3859200"/>
              </a:xfrm>
              <a:prstGeom prst="straightConnector1">
                <a:avLst/>
              </a:prstGeom>
              <a:ln w="9525">
                <a:solidFill>
                  <a:srgbClr val="afafb6"/>
                </a:solidFill>
                <a:round/>
              </a:ln>
            </p:spPr>
          </p:cxnSp>
          <p:cxnSp>
            <p:nvCxnSpPr>
              <p:cNvPr id="218" name="Google Shape;534;g3e0edb04fb1_0_648"/>
              <p:cNvCxnSpPr/>
              <p:nvPr/>
            </p:nvCxnSpPr>
            <p:spPr>
              <a:xfrm>
                <a:off x="885960" y="-3183120"/>
                <a:ext cx="360" cy="3859200"/>
              </a:xfrm>
              <a:prstGeom prst="straightConnector1">
                <a:avLst/>
              </a:prstGeom>
              <a:ln w="9525">
                <a:solidFill>
                  <a:srgbClr val="afafb6"/>
                </a:solidFill>
                <a:round/>
              </a:ln>
            </p:spPr>
          </p:cxnSp>
          <p:cxnSp>
            <p:nvCxnSpPr>
              <p:cNvPr id="219" name="Google Shape;535;g3e0edb04fb1_0_648"/>
              <p:cNvCxnSpPr/>
              <p:nvPr/>
            </p:nvCxnSpPr>
            <p:spPr>
              <a:xfrm>
                <a:off x="817920" y="-3183120"/>
                <a:ext cx="360" cy="3859200"/>
              </a:xfrm>
              <a:prstGeom prst="straightConnector1">
                <a:avLst/>
              </a:prstGeom>
              <a:ln w="9525">
                <a:solidFill>
                  <a:srgbClr val="afafb6"/>
                </a:solidFill>
                <a:round/>
              </a:ln>
            </p:spPr>
          </p:cxnSp>
          <p:cxnSp>
            <p:nvCxnSpPr>
              <p:cNvPr id="220" name="Google Shape;536;g3e0edb04fb1_0_648"/>
              <p:cNvCxnSpPr/>
              <p:nvPr/>
            </p:nvCxnSpPr>
            <p:spPr>
              <a:xfrm>
                <a:off x="749520" y="-3183120"/>
                <a:ext cx="360" cy="3859200"/>
              </a:xfrm>
              <a:prstGeom prst="straightConnector1">
                <a:avLst/>
              </a:prstGeom>
              <a:ln w="9525">
                <a:solidFill>
                  <a:srgbClr val="afafb6"/>
                </a:solidFill>
                <a:round/>
              </a:ln>
            </p:spPr>
          </p:cxnSp>
          <p:cxnSp>
            <p:nvCxnSpPr>
              <p:cNvPr id="221" name="Google Shape;537;g3e0edb04fb1_0_648"/>
              <p:cNvCxnSpPr/>
              <p:nvPr/>
            </p:nvCxnSpPr>
            <p:spPr>
              <a:xfrm>
                <a:off x="681120" y="-3183120"/>
                <a:ext cx="360" cy="3859200"/>
              </a:xfrm>
              <a:prstGeom prst="straightConnector1">
                <a:avLst/>
              </a:prstGeom>
              <a:ln w="9525">
                <a:solidFill>
                  <a:srgbClr val="afafb6"/>
                </a:solidFill>
                <a:round/>
              </a:ln>
            </p:spPr>
          </p:cxnSp>
          <p:cxnSp>
            <p:nvCxnSpPr>
              <p:cNvPr id="222" name="Google Shape;538;g3e0edb04fb1_0_648"/>
              <p:cNvCxnSpPr/>
              <p:nvPr/>
            </p:nvCxnSpPr>
            <p:spPr>
              <a:xfrm>
                <a:off x="612720" y="-3183120"/>
                <a:ext cx="360" cy="3859200"/>
              </a:xfrm>
              <a:prstGeom prst="straightConnector1">
                <a:avLst/>
              </a:prstGeom>
              <a:ln w="9525">
                <a:solidFill>
                  <a:srgbClr val="afafb6"/>
                </a:solidFill>
                <a:round/>
              </a:ln>
            </p:spPr>
          </p:cxnSp>
        </p:grpSp>
      </p:gr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22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224" name="Google Shape;541;g3e0edb04fb1_0_688"/>
          <p:cNvGrpSpPr/>
          <p:nvPr/>
        </p:nvGrpSpPr>
        <p:grpSpPr>
          <a:xfrm>
            <a:off x="998640" y="1868400"/>
            <a:ext cx="7850520" cy="2922120"/>
            <a:chOff x="998640" y="1868400"/>
            <a:chExt cx="7850520" cy="2922120"/>
          </a:xfrm>
        </p:grpSpPr>
        <p:sp>
          <p:nvSpPr>
            <p:cNvPr id="225" name="Google Shape;542;g3e0edb04fb1_0_688"/>
            <p:cNvSpPr/>
            <p:nvPr/>
          </p:nvSpPr>
          <p:spPr>
            <a:xfrm rot="10800000">
              <a:off x="8809560" y="186840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26" name="Google Shape;543;g3e0edb04fb1_0_688"/>
            <p:cNvSpPr/>
            <p:nvPr/>
          </p:nvSpPr>
          <p:spPr>
            <a:xfrm rot="5400000">
              <a:off x="1199160" y="455040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27" name="Google Shape;544;g3e0edb04fb1_0_688"/>
          <p:cNvGrpSpPr/>
          <p:nvPr/>
        </p:nvGrpSpPr>
        <p:grpSpPr>
          <a:xfrm>
            <a:off x="1587960" y="2433960"/>
            <a:ext cx="7439040" cy="2527560"/>
            <a:chOff x="1587960" y="2433960"/>
            <a:chExt cx="7439040" cy="2527560"/>
          </a:xfrm>
        </p:grpSpPr>
        <p:grpSp>
          <p:nvGrpSpPr>
            <p:cNvPr id="228" name="Google Shape;545;g3e0edb04fb1_0_688"/>
            <p:cNvGrpSpPr/>
            <p:nvPr/>
          </p:nvGrpSpPr>
          <p:grpSpPr>
            <a:xfrm>
              <a:off x="8849520" y="2433960"/>
              <a:ext cx="177480" cy="1554840"/>
              <a:chOff x="8849520" y="2433960"/>
              <a:chExt cx="177480" cy="1554840"/>
            </a:xfrm>
          </p:grpSpPr>
          <p:sp>
            <p:nvSpPr>
              <p:cNvPr id="229" name="Google Shape;546;g3e0edb04fb1_0_688"/>
              <p:cNvSpPr/>
              <p:nvPr/>
            </p:nvSpPr>
            <p:spPr>
              <a:xfrm rot="10800000">
                <a:off x="8984160" y="243396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30" name="Google Shape;547;g3e0edb04fb1_0_688"/>
              <p:cNvSpPr/>
              <p:nvPr/>
            </p:nvSpPr>
            <p:spPr>
              <a:xfrm rot="10800000">
                <a:off x="8849520" y="35143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31" name="Google Shape;548;g3e0edb04fb1_0_688"/>
            <p:cNvGrpSpPr/>
            <p:nvPr/>
          </p:nvGrpSpPr>
          <p:grpSpPr>
            <a:xfrm>
              <a:off x="1587960" y="4708080"/>
              <a:ext cx="686880" cy="253440"/>
              <a:chOff x="1587960" y="4708080"/>
              <a:chExt cx="686880" cy="253440"/>
            </a:xfrm>
          </p:grpSpPr>
          <p:sp>
            <p:nvSpPr>
              <p:cNvPr id="232" name="Google Shape;549;g3e0edb04fb1_0_688"/>
              <p:cNvSpPr/>
              <p:nvPr/>
            </p:nvSpPr>
            <p:spPr>
              <a:xfrm rot="16200000">
                <a:off x="1803600" y="4702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33" name="Google Shape;550;g3e0edb04fb1_0_688"/>
              <p:cNvSpPr/>
              <p:nvPr/>
            </p:nvSpPr>
            <p:spPr>
              <a:xfrm rot="16200000">
                <a:off x="2016000" y="44920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
        <p:nvSpPr>
          <p:cNvPr id="234" name="Google Shape;551;g3e0edb04fb1_0_688"/>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235" name="Google Shape;552;g3e0edb04fb1_0_688"/>
          <p:cNvGrpSpPr/>
          <p:nvPr/>
        </p:nvGrpSpPr>
        <p:grpSpPr>
          <a:xfrm>
            <a:off x="-1189440" y="-111240"/>
            <a:ext cx="10408320" cy="5361840"/>
            <a:chOff x="-1189440" y="-111240"/>
            <a:chExt cx="10408320" cy="5361840"/>
          </a:xfrm>
        </p:grpSpPr>
        <p:grpSp>
          <p:nvGrpSpPr>
            <p:cNvPr id="236" name="Google Shape;553;g3e0edb04fb1_0_688"/>
            <p:cNvGrpSpPr/>
            <p:nvPr/>
          </p:nvGrpSpPr>
          <p:grpSpPr>
            <a:xfrm>
              <a:off x="-1189440" y="-111240"/>
              <a:ext cx="10408320" cy="5361840"/>
              <a:chOff x="-1189440" y="-111240"/>
              <a:chExt cx="10408320" cy="5361840"/>
            </a:xfrm>
          </p:grpSpPr>
          <p:sp>
            <p:nvSpPr>
              <p:cNvPr id="237" name="Google Shape;554;g3e0edb04fb1_0_688"/>
              <p:cNvSpPr/>
              <p:nvPr/>
            </p:nvSpPr>
            <p:spPr>
              <a:xfrm>
                <a:off x="8138880" y="-111240"/>
                <a:ext cx="1080000" cy="3643200"/>
              </a:xfrm>
              <a:custGeom>
                <a:avLst/>
                <a:gdLst>
                  <a:gd name="textAreaLeft" fmla="*/ 0 w 1080000"/>
                  <a:gd name="textAreaRight" fmla="*/ 1080360 w 1080000"/>
                  <a:gd name="textAreaTop" fmla="*/ 0 h 3643200"/>
                  <a:gd name="textAreaBottom" fmla="*/ 3643560 h 3643200"/>
                </a:gdLst>
                <a:ahLst/>
                <a:rect l="textAreaLeft" t="textAreaTop" r="textAreaRight" b="textAreaBottom"/>
                <a:pathLst>
                  <a:path w="43210" h="145742">
                    <a:moveTo>
                      <a:pt x="43210" y="145742"/>
                    </a:moveTo>
                    <a:lnTo>
                      <a:pt x="19027" y="121559"/>
                    </a:lnTo>
                    <a:lnTo>
                      <a:pt x="19027" y="73316"/>
                    </a:lnTo>
                    <a:lnTo>
                      <a:pt x="29523" y="62820"/>
                    </a:lnTo>
                    <a:lnTo>
                      <a:pt x="29523" y="27405"/>
                    </a:lnTo>
                    <a:lnTo>
                      <a:pt x="2117" y="0"/>
                    </a:lnTo>
                    <a:lnTo>
                      <a:pt x="0" y="2117"/>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238" name="Google Shape;555;g3e0edb04fb1_0_688"/>
              <p:cNvSpPr/>
              <p:nvPr/>
            </p:nvSpPr>
            <p:spPr>
              <a:xfrm>
                <a:off x="340560" y="2654640"/>
                <a:ext cx="340200" cy="2595960"/>
              </a:xfrm>
              <a:custGeom>
                <a:avLst/>
                <a:gdLst>
                  <a:gd name="textAreaLeft" fmla="*/ 0 w 340200"/>
                  <a:gd name="textAreaRight" fmla="*/ 340560 w 340200"/>
                  <a:gd name="textAreaTop" fmla="*/ 0 h 2595960"/>
                  <a:gd name="textAreaBottom" fmla="*/ 2596320 h 2595960"/>
                </a:gdLst>
                <a:ahLst/>
                <a:rect l="textAreaLeft" t="textAreaTop" r="textAreaRight" b="textAreaBottom"/>
                <a:pathLst>
                  <a:path w="13625" h="103852">
                    <a:moveTo>
                      <a:pt x="13625" y="103852"/>
                    </a:moveTo>
                    <a:lnTo>
                      <a:pt x="13625" y="82738"/>
                    </a:lnTo>
                    <a:lnTo>
                      <a:pt x="0" y="69112"/>
                    </a:lnTo>
                    <a:lnTo>
                      <a:pt x="0" y="0"/>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239" name="Google Shape;556;g3e0edb04fb1_0_688"/>
              <p:cNvGrpSpPr/>
              <p:nvPr/>
            </p:nvGrpSpPr>
            <p:grpSpPr>
              <a:xfrm>
                <a:off x="-1189440" y="3454200"/>
                <a:ext cx="1530000" cy="273600"/>
                <a:chOff x="-1189440" y="3454200"/>
                <a:chExt cx="1530000" cy="273600"/>
              </a:xfrm>
            </p:grpSpPr>
            <p:cxnSp>
              <p:nvCxnSpPr>
                <p:cNvPr id="240" name="Google Shape;557;g3e0edb04fb1_0_688"/>
                <p:cNvCxnSpPr/>
                <p:nvPr/>
              </p:nvCxnSpPr>
              <p:spPr>
                <a:xfrm>
                  <a:off x="-1189440" y="3454200"/>
                  <a:ext cx="1530360" cy="360"/>
                </a:xfrm>
                <a:prstGeom prst="straightConnector1">
                  <a:avLst/>
                </a:prstGeom>
                <a:ln w="9525">
                  <a:solidFill>
                    <a:srgbClr val="69639c"/>
                  </a:solidFill>
                  <a:round/>
                </a:ln>
              </p:spPr>
            </p:cxnSp>
            <p:cxnSp>
              <p:nvCxnSpPr>
                <p:cNvPr id="241" name="Google Shape;558;g3e0edb04fb1_0_688"/>
                <p:cNvCxnSpPr/>
                <p:nvPr/>
              </p:nvCxnSpPr>
              <p:spPr>
                <a:xfrm>
                  <a:off x="-1189440" y="3522600"/>
                  <a:ext cx="1530360" cy="360"/>
                </a:xfrm>
                <a:prstGeom prst="straightConnector1">
                  <a:avLst/>
                </a:prstGeom>
                <a:ln w="9525">
                  <a:solidFill>
                    <a:srgbClr val="69639c"/>
                  </a:solidFill>
                  <a:round/>
                </a:ln>
              </p:spPr>
            </p:cxnSp>
            <p:cxnSp>
              <p:nvCxnSpPr>
                <p:cNvPr id="242" name="Google Shape;559;g3e0edb04fb1_0_688"/>
                <p:cNvCxnSpPr/>
                <p:nvPr/>
              </p:nvCxnSpPr>
              <p:spPr>
                <a:xfrm>
                  <a:off x="-1189440" y="3591000"/>
                  <a:ext cx="1530360" cy="360"/>
                </a:xfrm>
                <a:prstGeom prst="straightConnector1">
                  <a:avLst/>
                </a:prstGeom>
                <a:ln w="9525">
                  <a:solidFill>
                    <a:srgbClr val="69639c"/>
                  </a:solidFill>
                  <a:round/>
                </a:ln>
              </p:spPr>
            </p:cxnSp>
            <p:cxnSp>
              <p:nvCxnSpPr>
                <p:cNvPr id="243" name="Google Shape;560;g3e0edb04fb1_0_688"/>
                <p:cNvCxnSpPr/>
                <p:nvPr/>
              </p:nvCxnSpPr>
              <p:spPr>
                <a:xfrm>
                  <a:off x="-1189440" y="3659400"/>
                  <a:ext cx="1530360" cy="360"/>
                </a:xfrm>
                <a:prstGeom prst="straightConnector1">
                  <a:avLst/>
                </a:prstGeom>
                <a:ln w="9525">
                  <a:solidFill>
                    <a:srgbClr val="69639c"/>
                  </a:solidFill>
                  <a:round/>
                </a:ln>
              </p:spPr>
            </p:cxnSp>
            <p:cxnSp>
              <p:nvCxnSpPr>
                <p:cNvPr id="244" name="Google Shape;561;g3e0edb04fb1_0_688"/>
                <p:cNvCxnSpPr/>
                <p:nvPr/>
              </p:nvCxnSpPr>
              <p:spPr>
                <a:xfrm>
                  <a:off x="-1189440" y="3727800"/>
                  <a:ext cx="1530360" cy="360"/>
                </a:xfrm>
                <a:prstGeom prst="straightConnector1">
                  <a:avLst/>
                </a:prstGeom>
                <a:ln w="9525">
                  <a:solidFill>
                    <a:srgbClr val="69639c"/>
                  </a:solidFill>
                  <a:round/>
                </a:ln>
              </p:spPr>
            </p:cxnSp>
          </p:grpSp>
        </p:grpSp>
        <p:grpSp>
          <p:nvGrpSpPr>
            <p:cNvPr id="245" name="Google Shape;562;g3e0edb04fb1_0_688"/>
            <p:cNvGrpSpPr/>
            <p:nvPr/>
          </p:nvGrpSpPr>
          <p:grpSpPr>
            <a:xfrm>
              <a:off x="2399760" y="4698000"/>
              <a:ext cx="356760" cy="493200"/>
              <a:chOff x="2399760" y="4698000"/>
              <a:chExt cx="356760" cy="493200"/>
            </a:xfrm>
          </p:grpSpPr>
          <p:sp>
            <p:nvSpPr>
              <p:cNvPr id="246" name="Google Shape;563;g3e0edb04fb1_0_688"/>
              <p:cNvSpPr/>
              <p:nvPr/>
            </p:nvSpPr>
            <p:spPr>
              <a:xfrm rot="16200000">
                <a:off x="2325240" y="491868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47" name="Google Shape;564;g3e0edb04fb1_0_688"/>
              <p:cNvSpPr/>
              <p:nvPr/>
            </p:nvSpPr>
            <p:spPr>
              <a:xfrm rot="16200000">
                <a:off x="2580840" y="469908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248" name="PlaceHolder 1"/>
          <p:cNvSpPr>
            <a:spLocks noGrp="1"/>
          </p:cNvSpPr>
          <p:nvPr>
            <p:ph type="title"/>
          </p:nvPr>
        </p:nvSpPr>
        <p:spPr>
          <a:xfrm>
            <a:off x="1136880" y="2325600"/>
            <a:ext cx="3652920" cy="988920"/>
          </a:xfrm>
          <a:prstGeom prst="rect">
            <a:avLst/>
          </a:prstGeom>
          <a:noFill/>
          <a:ln w="0">
            <a:noFill/>
          </a:ln>
        </p:spPr>
        <p:txBody>
          <a:bodyPr lIns="91440" rIns="91440" tIns="91440" bIns="91440" anchor="ctr">
            <a:noAutofit/>
          </a:bodyPr>
          <a:p>
            <a:pPr indent="0">
              <a:buNone/>
            </a:pPr>
            <a:r>
              <a:rPr b="0" lang="en-IN" sz="3400" spc="-1" strike="noStrike">
                <a:solidFill>
                  <a:srgbClr val="000000"/>
                </a:solidFill>
                <a:latin typeface="Arial"/>
              </a:rPr>
              <a:t>Click to edit the title text format</a:t>
            </a:r>
            <a:endParaRPr b="0" lang="en-IN" sz="3400" spc="-1" strike="noStrike">
              <a:solidFill>
                <a:srgbClr val="000000"/>
              </a:solidFill>
              <a:latin typeface="Arial"/>
            </a:endParaRPr>
          </a:p>
        </p:txBody>
      </p:sp>
      <p:sp>
        <p:nvSpPr>
          <p:cNvPr id="249" name="PlaceHolder 2"/>
          <p:cNvSpPr>
            <a:spLocks noGrp="1"/>
          </p:cNvSpPr>
          <p:nvPr>
            <p:ph type="title"/>
          </p:nvPr>
        </p:nvSpPr>
        <p:spPr>
          <a:xfrm>
            <a:off x="4790520" y="2279880"/>
            <a:ext cx="1342800" cy="988920"/>
          </a:xfrm>
          <a:prstGeom prst="rect">
            <a:avLst/>
          </a:prstGeom>
          <a:solidFill>
            <a:srgbClr val="ffffff">
              <a:alpha val="7000"/>
            </a:srgbClr>
          </a:solidFill>
          <a:ln w="0">
            <a:noFill/>
          </a:ln>
        </p:spPr>
        <p:txBody>
          <a:bodyPr lIns="91440" rIns="91440" tIns="91440" bIns="91440" anchor="ctr">
            <a:noAutofit/>
          </a:bodyPr>
          <a:p>
            <a:pPr indent="0" algn="ctr">
              <a:lnSpc>
                <a:spcPct val="100000"/>
              </a:lnSpc>
              <a:buNone/>
            </a:pPr>
            <a:r>
              <a:rPr b="0" lang="en-IN" sz="4900" spc="-1" strike="noStrike">
                <a:solidFill>
                  <a:schemeClr val="lt1"/>
                </a:solidFill>
                <a:latin typeface="Raleway ExtraBold"/>
                <a:ea typeface="Raleway ExtraBold"/>
              </a:rPr>
              <a:t>xx%</a:t>
            </a:r>
            <a:endParaRPr b="0" lang="en-IN" sz="4900" spc="-1" strike="noStrike">
              <a:solidFill>
                <a:srgbClr val="000000"/>
              </a:solidFill>
              <a:latin typeface="Arial"/>
            </a:endParaRPr>
          </a:p>
        </p:txBody>
      </p:sp>
      <p:grpSp>
        <p:nvGrpSpPr>
          <p:cNvPr id="250" name="Google Shape;27;g3e0edb04fb1_0_173"/>
          <p:cNvGrpSpPr/>
          <p:nvPr/>
        </p:nvGrpSpPr>
        <p:grpSpPr>
          <a:xfrm>
            <a:off x="5482080" y="-3527640"/>
            <a:ext cx="615600" cy="3858840"/>
            <a:chOff x="5482080" y="-3527640"/>
            <a:chExt cx="615600" cy="3858840"/>
          </a:xfrm>
        </p:grpSpPr>
        <p:cxnSp>
          <p:nvCxnSpPr>
            <p:cNvPr id="251" name="Google Shape;28;g3e0edb04fb1_0_173"/>
            <p:cNvCxnSpPr/>
            <p:nvPr/>
          </p:nvCxnSpPr>
          <p:spPr>
            <a:xfrm flipV="1">
              <a:off x="5482080" y="-3527640"/>
              <a:ext cx="360" cy="3859200"/>
            </a:xfrm>
            <a:prstGeom prst="straightConnector1">
              <a:avLst/>
            </a:prstGeom>
            <a:ln w="9525">
              <a:solidFill>
                <a:srgbClr val="69639c"/>
              </a:solidFill>
              <a:round/>
            </a:ln>
          </p:spPr>
        </p:cxnSp>
        <p:cxnSp>
          <p:nvCxnSpPr>
            <p:cNvPr id="252" name="Google Shape;29;g3e0edb04fb1_0_173"/>
            <p:cNvCxnSpPr/>
            <p:nvPr/>
          </p:nvCxnSpPr>
          <p:spPr>
            <a:xfrm flipV="1">
              <a:off x="5618880" y="-3527640"/>
              <a:ext cx="360" cy="3859200"/>
            </a:xfrm>
            <a:prstGeom prst="straightConnector1">
              <a:avLst/>
            </a:prstGeom>
            <a:ln w="9525">
              <a:solidFill>
                <a:srgbClr val="69639c"/>
              </a:solidFill>
              <a:round/>
            </a:ln>
          </p:spPr>
        </p:cxnSp>
        <p:cxnSp>
          <p:nvCxnSpPr>
            <p:cNvPr id="253" name="Google Shape;30;g3e0edb04fb1_0_173"/>
            <p:cNvCxnSpPr/>
            <p:nvPr/>
          </p:nvCxnSpPr>
          <p:spPr>
            <a:xfrm flipV="1">
              <a:off x="5550480" y="-3527640"/>
              <a:ext cx="360" cy="3859200"/>
            </a:xfrm>
            <a:prstGeom prst="straightConnector1">
              <a:avLst/>
            </a:prstGeom>
            <a:ln w="9525">
              <a:solidFill>
                <a:srgbClr val="69639c"/>
              </a:solidFill>
              <a:round/>
            </a:ln>
          </p:spPr>
        </p:cxnSp>
        <p:cxnSp>
          <p:nvCxnSpPr>
            <p:cNvPr id="254" name="Google Shape;31;g3e0edb04fb1_0_173"/>
            <p:cNvCxnSpPr/>
            <p:nvPr/>
          </p:nvCxnSpPr>
          <p:spPr>
            <a:xfrm flipV="1">
              <a:off x="5687280" y="-3527640"/>
              <a:ext cx="360" cy="3859200"/>
            </a:xfrm>
            <a:prstGeom prst="straightConnector1">
              <a:avLst/>
            </a:prstGeom>
            <a:ln w="9525">
              <a:solidFill>
                <a:srgbClr val="69639c"/>
              </a:solidFill>
              <a:round/>
            </a:ln>
          </p:spPr>
        </p:cxnSp>
        <p:cxnSp>
          <p:nvCxnSpPr>
            <p:cNvPr id="255" name="Google Shape;32;g3e0edb04fb1_0_173"/>
            <p:cNvCxnSpPr/>
            <p:nvPr/>
          </p:nvCxnSpPr>
          <p:spPr>
            <a:xfrm flipV="1">
              <a:off x="5755680" y="-3527640"/>
              <a:ext cx="360" cy="3859200"/>
            </a:xfrm>
            <a:prstGeom prst="straightConnector1">
              <a:avLst/>
            </a:prstGeom>
            <a:ln w="9525">
              <a:solidFill>
                <a:srgbClr val="69639c"/>
              </a:solidFill>
              <a:round/>
            </a:ln>
          </p:spPr>
        </p:cxnSp>
        <p:cxnSp>
          <p:nvCxnSpPr>
            <p:cNvPr id="256" name="Google Shape;33;g3e0edb04fb1_0_173"/>
            <p:cNvCxnSpPr/>
            <p:nvPr/>
          </p:nvCxnSpPr>
          <p:spPr>
            <a:xfrm flipV="1">
              <a:off x="5824080" y="-3527640"/>
              <a:ext cx="360" cy="3859200"/>
            </a:xfrm>
            <a:prstGeom prst="straightConnector1">
              <a:avLst/>
            </a:prstGeom>
            <a:ln w="9525">
              <a:solidFill>
                <a:srgbClr val="69639c"/>
              </a:solidFill>
              <a:round/>
            </a:ln>
          </p:spPr>
        </p:cxnSp>
        <p:cxnSp>
          <p:nvCxnSpPr>
            <p:cNvPr id="257" name="Google Shape;34;g3e0edb04fb1_0_173"/>
            <p:cNvCxnSpPr/>
            <p:nvPr/>
          </p:nvCxnSpPr>
          <p:spPr>
            <a:xfrm flipV="1">
              <a:off x="5892480" y="-3527640"/>
              <a:ext cx="360" cy="3859200"/>
            </a:xfrm>
            <a:prstGeom prst="straightConnector1">
              <a:avLst/>
            </a:prstGeom>
            <a:ln w="9525">
              <a:solidFill>
                <a:srgbClr val="69639c"/>
              </a:solidFill>
              <a:round/>
            </a:ln>
          </p:spPr>
        </p:cxnSp>
        <p:cxnSp>
          <p:nvCxnSpPr>
            <p:cNvPr id="258" name="Google Shape;35;g3e0edb04fb1_0_173"/>
            <p:cNvCxnSpPr/>
            <p:nvPr/>
          </p:nvCxnSpPr>
          <p:spPr>
            <a:xfrm flipV="1">
              <a:off x="5960880" y="-3527640"/>
              <a:ext cx="360" cy="3859200"/>
            </a:xfrm>
            <a:prstGeom prst="straightConnector1">
              <a:avLst/>
            </a:prstGeom>
            <a:ln w="9525">
              <a:solidFill>
                <a:srgbClr val="69639c"/>
              </a:solidFill>
              <a:round/>
            </a:ln>
          </p:spPr>
        </p:cxnSp>
        <p:cxnSp>
          <p:nvCxnSpPr>
            <p:cNvPr id="259" name="Google Shape;36;g3e0edb04fb1_0_173"/>
            <p:cNvCxnSpPr/>
            <p:nvPr/>
          </p:nvCxnSpPr>
          <p:spPr>
            <a:xfrm flipV="1">
              <a:off x="6029280" y="-3527640"/>
              <a:ext cx="360" cy="3859200"/>
            </a:xfrm>
            <a:prstGeom prst="straightConnector1">
              <a:avLst/>
            </a:prstGeom>
            <a:ln w="9525">
              <a:solidFill>
                <a:srgbClr val="69639c"/>
              </a:solidFill>
              <a:round/>
            </a:ln>
          </p:spPr>
        </p:cxnSp>
        <p:cxnSp>
          <p:nvCxnSpPr>
            <p:cNvPr id="260" name="Google Shape;37;g3e0edb04fb1_0_173"/>
            <p:cNvCxnSpPr/>
            <p:nvPr/>
          </p:nvCxnSpPr>
          <p:spPr>
            <a:xfrm flipV="1">
              <a:off x="6097680" y="-3527640"/>
              <a:ext cx="360" cy="3859200"/>
            </a:xfrm>
            <a:prstGeom prst="straightConnector1">
              <a:avLst/>
            </a:prstGeom>
            <a:ln w="9525">
              <a:solidFill>
                <a:srgbClr val="69639c"/>
              </a:solidFill>
              <a:round/>
            </a:ln>
          </p:spPr>
        </p:cxnSp>
      </p:grpSp>
      <p:grpSp>
        <p:nvGrpSpPr>
          <p:cNvPr id="261" name="Google Shape;38;g3e0edb04fb1_0_173"/>
          <p:cNvGrpSpPr/>
          <p:nvPr/>
        </p:nvGrpSpPr>
        <p:grpSpPr>
          <a:xfrm>
            <a:off x="-415440" y="538920"/>
            <a:ext cx="7636680" cy="5144400"/>
            <a:chOff x="-415440" y="538920"/>
            <a:chExt cx="7636680" cy="5144400"/>
          </a:xfrm>
        </p:grpSpPr>
        <p:grpSp>
          <p:nvGrpSpPr>
            <p:cNvPr id="262" name="Google Shape;39;g3e0edb04fb1_0_173"/>
            <p:cNvGrpSpPr/>
            <p:nvPr/>
          </p:nvGrpSpPr>
          <p:grpSpPr>
            <a:xfrm>
              <a:off x="6110280" y="4572360"/>
              <a:ext cx="1110960" cy="1110960"/>
              <a:chOff x="6110280" y="4572360"/>
              <a:chExt cx="1110960" cy="1110960"/>
            </a:xfrm>
          </p:grpSpPr>
          <p:sp>
            <p:nvSpPr>
              <p:cNvPr id="263" name="Google Shape;40;g3e0edb04fb1_0_173"/>
              <p:cNvSpPr/>
              <p:nvPr/>
            </p:nvSpPr>
            <p:spPr>
              <a:xfrm>
                <a:off x="6110280" y="457236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64" name="Google Shape;41;g3e0edb04fb1_0_173"/>
              <p:cNvSpPr/>
              <p:nvPr/>
            </p:nvSpPr>
            <p:spPr>
              <a:xfrm>
                <a:off x="6283800" y="474588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65" name="Google Shape;42;g3e0edb04fb1_0_173"/>
            <p:cNvGrpSpPr/>
            <p:nvPr/>
          </p:nvGrpSpPr>
          <p:grpSpPr>
            <a:xfrm>
              <a:off x="-415440" y="538920"/>
              <a:ext cx="2026800" cy="586080"/>
              <a:chOff x="-415440" y="538920"/>
              <a:chExt cx="2026800" cy="586080"/>
            </a:xfrm>
          </p:grpSpPr>
          <p:sp>
            <p:nvSpPr>
              <p:cNvPr id="266" name="Google Shape;43;g3e0edb04fb1_0_173"/>
              <p:cNvSpPr/>
              <p:nvPr/>
            </p:nvSpPr>
            <p:spPr>
              <a:xfrm rot="16200000">
                <a:off x="1352520" y="3229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67" name="Google Shape;44;g3e0edb04fb1_0_173"/>
              <p:cNvSpPr/>
              <p:nvPr/>
            </p:nvSpPr>
            <p:spPr>
              <a:xfrm rot="16200000">
                <a:off x="-39240" y="67392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269" name="Google Shape;567;g3e0edb04fb1_0_714"/>
          <p:cNvGrpSpPr/>
          <p:nvPr/>
        </p:nvGrpSpPr>
        <p:grpSpPr>
          <a:xfrm>
            <a:off x="-115920" y="2639880"/>
            <a:ext cx="8995320" cy="1842840"/>
            <a:chOff x="-115920" y="2639880"/>
            <a:chExt cx="8995320" cy="1842840"/>
          </a:xfrm>
        </p:grpSpPr>
        <p:sp>
          <p:nvSpPr>
            <p:cNvPr id="270" name="Google Shape;568;g3e0edb04fb1_0_714"/>
            <p:cNvSpPr/>
            <p:nvPr/>
          </p:nvSpPr>
          <p:spPr>
            <a:xfrm flipH="1" rot="16200000">
              <a:off x="399600" y="422388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71" name="Google Shape;569;g3e0edb04fb1_0_714"/>
            <p:cNvSpPr/>
            <p:nvPr/>
          </p:nvSpPr>
          <p:spPr>
            <a:xfrm flipH="1" rot="16200000">
              <a:off x="99720" y="405000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272" name="Google Shape;570;g3e0edb04fb1_0_714"/>
            <p:cNvGrpSpPr/>
            <p:nvPr/>
          </p:nvGrpSpPr>
          <p:grpSpPr>
            <a:xfrm>
              <a:off x="8673120" y="2639880"/>
              <a:ext cx="206280" cy="765720"/>
              <a:chOff x="8673120" y="2639880"/>
              <a:chExt cx="206280" cy="765720"/>
            </a:xfrm>
          </p:grpSpPr>
          <p:sp>
            <p:nvSpPr>
              <p:cNvPr id="273" name="Google Shape;571;g3e0edb04fb1_0_714"/>
              <p:cNvSpPr/>
              <p:nvPr/>
            </p:nvSpPr>
            <p:spPr>
              <a:xfrm flipV="1" rot="10800000">
                <a:off x="8673120" y="2931120"/>
                <a:ext cx="42840" cy="474480"/>
              </a:xfrm>
              <a:custGeom>
                <a:avLst/>
                <a:gdLst>
                  <a:gd name="textAreaLeft" fmla="*/ 0 w 42840"/>
                  <a:gd name="textAreaRight" fmla="*/ 43200 w 42840"/>
                  <a:gd name="textAreaTop" fmla="*/ 360 h 474480"/>
                  <a:gd name="textAreaBottom" fmla="*/ 47520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74" name="Google Shape;572;g3e0edb04fb1_0_714"/>
              <p:cNvSpPr/>
              <p:nvPr/>
            </p:nvSpPr>
            <p:spPr>
              <a:xfrm flipV="1" rot="10800000">
                <a:off x="8836560" y="2639880"/>
                <a:ext cx="42840" cy="474480"/>
              </a:xfrm>
              <a:custGeom>
                <a:avLst/>
                <a:gdLst>
                  <a:gd name="textAreaLeft" fmla="*/ 0 w 42840"/>
                  <a:gd name="textAreaRight" fmla="*/ 43200 w 42840"/>
                  <a:gd name="textAreaTop" fmla="*/ 360 h 474480"/>
                  <a:gd name="textAreaBottom" fmla="*/ 47520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275" name="Google Shape;573;g3e0edb04fb1_0_714"/>
          <p:cNvGrpSpPr/>
          <p:nvPr/>
        </p:nvGrpSpPr>
        <p:grpSpPr>
          <a:xfrm>
            <a:off x="2729160" y="3358800"/>
            <a:ext cx="6150240" cy="1485360"/>
            <a:chOff x="2729160" y="3358800"/>
            <a:chExt cx="6150240" cy="1485360"/>
          </a:xfrm>
        </p:grpSpPr>
        <p:sp>
          <p:nvSpPr>
            <p:cNvPr id="276" name="Google Shape;574;g3e0edb04fb1_0_714"/>
            <p:cNvSpPr/>
            <p:nvPr/>
          </p:nvSpPr>
          <p:spPr>
            <a:xfrm flipH="1" rot="5400000">
              <a:off x="2929680" y="460404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77" name="Google Shape;575;g3e0edb04fb1_0_714"/>
            <p:cNvSpPr/>
            <p:nvPr/>
          </p:nvSpPr>
          <p:spPr>
            <a:xfrm flipH="1" rot="10800000">
              <a:off x="8839800" y="335880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278" name="Google Shape;576;g3e0edb04fb1_0_714"/>
          <p:cNvGrpSpPr/>
          <p:nvPr/>
        </p:nvGrpSpPr>
        <p:grpSpPr>
          <a:xfrm>
            <a:off x="-1380960" y="-1875240"/>
            <a:ext cx="10980720" cy="7138440"/>
            <a:chOff x="-1380960" y="-1875240"/>
            <a:chExt cx="10980720" cy="7138440"/>
          </a:xfrm>
        </p:grpSpPr>
        <p:sp>
          <p:nvSpPr>
            <p:cNvPr id="279" name="Google Shape;577;g3e0edb04fb1_0_714"/>
            <p:cNvSpPr/>
            <p:nvPr/>
          </p:nvSpPr>
          <p:spPr>
            <a:xfrm flipH="1" rot="10800000">
              <a:off x="-1380960" y="4693680"/>
              <a:ext cx="3800880" cy="569520"/>
            </a:xfrm>
            <a:custGeom>
              <a:avLst/>
              <a:gdLst>
                <a:gd name="textAreaLeft" fmla="*/ 360 w 3800880"/>
                <a:gd name="textAreaRight" fmla="*/ 3801600 w 3800880"/>
                <a:gd name="textAreaTop" fmla="*/ 0 h 569520"/>
                <a:gd name="textAreaBottom" fmla="*/ 569880 h 569520"/>
              </a:gdLst>
              <a:ahLst/>
              <a:rect l="textAreaLeft" t="textAreaTop" r="textAreaRight" b="textAreaBottom"/>
              <a:pathLst>
                <a:path w="130255" h="19530">
                  <a:moveTo>
                    <a:pt x="0" y="0"/>
                  </a:moveTo>
                  <a:lnTo>
                    <a:pt x="19531" y="19530"/>
                  </a:lnTo>
                  <a:lnTo>
                    <a:pt x="93650" y="19530"/>
                  </a:lnTo>
                  <a:lnTo>
                    <a:pt x="102323" y="10857"/>
                  </a:lnTo>
                  <a:lnTo>
                    <a:pt x="121066" y="10857"/>
                  </a:lnTo>
                  <a:lnTo>
                    <a:pt x="130255" y="166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280" name="Google Shape;578;g3e0edb04fb1_0_714"/>
            <p:cNvGrpSpPr/>
            <p:nvPr/>
          </p:nvGrpSpPr>
          <p:grpSpPr>
            <a:xfrm>
              <a:off x="8228880" y="-1875240"/>
              <a:ext cx="1370880" cy="4060440"/>
              <a:chOff x="8228880" y="-1875240"/>
              <a:chExt cx="1370880" cy="4060440"/>
            </a:xfrm>
          </p:grpSpPr>
          <p:grpSp>
            <p:nvGrpSpPr>
              <p:cNvPr id="281" name="Google Shape;579;g3e0edb04fb1_0_714"/>
              <p:cNvGrpSpPr/>
              <p:nvPr/>
            </p:nvGrpSpPr>
            <p:grpSpPr>
              <a:xfrm>
                <a:off x="8228880" y="-1875240"/>
                <a:ext cx="914760" cy="4060440"/>
                <a:chOff x="8228880" y="-1875240"/>
                <a:chExt cx="914760" cy="4060440"/>
              </a:xfrm>
            </p:grpSpPr>
            <p:grpSp>
              <p:nvGrpSpPr>
                <p:cNvPr id="282" name="Google Shape;580;g3e0edb04fb1_0_714"/>
                <p:cNvGrpSpPr/>
                <p:nvPr/>
              </p:nvGrpSpPr>
              <p:grpSpPr>
                <a:xfrm>
                  <a:off x="8548920" y="1692000"/>
                  <a:ext cx="356760" cy="493200"/>
                  <a:chOff x="8548920" y="1692000"/>
                  <a:chExt cx="356760" cy="493200"/>
                </a:xfrm>
              </p:grpSpPr>
              <p:sp>
                <p:nvSpPr>
                  <p:cNvPr id="283" name="Google Shape;581;g3e0edb04fb1_0_714"/>
                  <p:cNvSpPr/>
                  <p:nvPr/>
                </p:nvSpPr>
                <p:spPr>
                  <a:xfrm rot="5400000">
                    <a:off x="8633160" y="176652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84" name="Google Shape;582;g3e0edb04fb1_0_714"/>
                  <p:cNvSpPr/>
                  <p:nvPr/>
                </p:nvSpPr>
                <p:spPr>
                  <a:xfrm rot="5400000">
                    <a:off x="8547840" y="200952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285" name="Google Shape;583;g3e0edb04fb1_0_714"/>
                <p:cNvSpPr/>
                <p:nvPr/>
              </p:nvSpPr>
              <p:spPr>
                <a:xfrm>
                  <a:off x="8228880" y="-1875240"/>
                  <a:ext cx="914760" cy="3798720"/>
                </a:xfrm>
                <a:custGeom>
                  <a:avLst/>
                  <a:gdLst>
                    <a:gd name="textAreaLeft" fmla="*/ 0 w 914760"/>
                    <a:gd name="textAreaRight" fmla="*/ 915120 w 914760"/>
                    <a:gd name="textAreaTop" fmla="*/ 0 h 3798720"/>
                    <a:gd name="textAreaBottom" fmla="*/ 3799080 h 3798720"/>
                  </a:gdLst>
                  <a:ahLst/>
                  <a:rect l="textAreaLeft" t="textAreaTop" r="textAreaRight" b="textAreaBottom"/>
                  <a:pathLst>
                    <a:path w="23262" h="96592">
                      <a:moveTo>
                        <a:pt x="0" y="0"/>
                      </a:moveTo>
                      <a:lnTo>
                        <a:pt x="18318" y="18318"/>
                      </a:lnTo>
                      <a:lnTo>
                        <a:pt x="18318" y="58471"/>
                      </a:lnTo>
                      <a:lnTo>
                        <a:pt x="10373" y="66417"/>
                      </a:lnTo>
                      <a:lnTo>
                        <a:pt x="10373" y="83703"/>
                      </a:lnTo>
                      <a:lnTo>
                        <a:pt x="23262" y="96592"/>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grpSp>
            <p:nvGrpSpPr>
              <p:cNvPr id="286" name="Google Shape;584;g3e0edb04fb1_0_714"/>
              <p:cNvGrpSpPr/>
              <p:nvPr/>
            </p:nvGrpSpPr>
            <p:grpSpPr>
              <a:xfrm>
                <a:off x="8634240" y="861120"/>
                <a:ext cx="965520" cy="273600"/>
                <a:chOff x="8634240" y="861120"/>
                <a:chExt cx="965520" cy="273600"/>
              </a:xfrm>
            </p:grpSpPr>
            <p:cxnSp>
              <p:nvCxnSpPr>
                <p:cNvPr id="287" name="Google Shape;585;g3e0edb04fb1_0_714"/>
                <p:cNvCxnSpPr/>
                <p:nvPr/>
              </p:nvCxnSpPr>
              <p:spPr>
                <a:xfrm flipH="1">
                  <a:off x="8634240" y="1134720"/>
                  <a:ext cx="965880" cy="360"/>
                </a:xfrm>
                <a:prstGeom prst="straightConnector1">
                  <a:avLst/>
                </a:prstGeom>
                <a:ln w="9525">
                  <a:solidFill>
                    <a:srgbClr val="69639c"/>
                  </a:solidFill>
                  <a:round/>
                </a:ln>
              </p:spPr>
            </p:cxnSp>
            <p:cxnSp>
              <p:nvCxnSpPr>
                <p:cNvPr id="288" name="Google Shape;586;g3e0edb04fb1_0_714"/>
                <p:cNvCxnSpPr/>
                <p:nvPr/>
              </p:nvCxnSpPr>
              <p:spPr>
                <a:xfrm flipH="1">
                  <a:off x="8634240" y="1066320"/>
                  <a:ext cx="965880" cy="360"/>
                </a:xfrm>
                <a:prstGeom prst="straightConnector1">
                  <a:avLst/>
                </a:prstGeom>
                <a:ln w="9525">
                  <a:solidFill>
                    <a:srgbClr val="69639c"/>
                  </a:solidFill>
                  <a:round/>
                </a:ln>
              </p:spPr>
            </p:cxnSp>
            <p:cxnSp>
              <p:nvCxnSpPr>
                <p:cNvPr id="289" name="Google Shape;587;g3e0edb04fb1_0_714"/>
                <p:cNvCxnSpPr/>
                <p:nvPr/>
              </p:nvCxnSpPr>
              <p:spPr>
                <a:xfrm flipH="1">
                  <a:off x="8634240" y="997920"/>
                  <a:ext cx="965880" cy="360"/>
                </a:xfrm>
                <a:prstGeom prst="straightConnector1">
                  <a:avLst/>
                </a:prstGeom>
                <a:ln w="9525">
                  <a:solidFill>
                    <a:srgbClr val="69639c"/>
                  </a:solidFill>
                  <a:round/>
                </a:ln>
              </p:spPr>
            </p:cxnSp>
            <p:cxnSp>
              <p:nvCxnSpPr>
                <p:cNvPr id="290" name="Google Shape;588;g3e0edb04fb1_0_714"/>
                <p:cNvCxnSpPr/>
                <p:nvPr/>
              </p:nvCxnSpPr>
              <p:spPr>
                <a:xfrm flipH="1">
                  <a:off x="8634240" y="929520"/>
                  <a:ext cx="965880" cy="360"/>
                </a:xfrm>
                <a:prstGeom prst="straightConnector1">
                  <a:avLst/>
                </a:prstGeom>
                <a:ln w="9525">
                  <a:solidFill>
                    <a:srgbClr val="69639c"/>
                  </a:solidFill>
                  <a:round/>
                </a:ln>
              </p:spPr>
            </p:cxnSp>
            <p:cxnSp>
              <p:nvCxnSpPr>
                <p:cNvPr id="291" name="Google Shape;589;g3e0edb04fb1_0_714"/>
                <p:cNvCxnSpPr/>
                <p:nvPr/>
              </p:nvCxnSpPr>
              <p:spPr>
                <a:xfrm flipH="1">
                  <a:off x="8634240" y="861120"/>
                  <a:ext cx="965880" cy="360"/>
                </a:xfrm>
                <a:prstGeom prst="straightConnector1">
                  <a:avLst/>
                </a:prstGeom>
                <a:ln w="9525">
                  <a:solidFill>
                    <a:srgbClr val="69639c"/>
                  </a:solidFill>
                  <a:round/>
                </a:ln>
              </p:spPr>
            </p:cxnSp>
          </p:grpSp>
        </p:grpSp>
      </p:grpSp>
      <p:sp>
        <p:nvSpPr>
          <p:cNvPr id="292" name="Google Shape;590;g3e0edb04fb1_0_714"/>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293" name="PlaceHolder 1"/>
          <p:cNvSpPr>
            <a:spLocks noGrp="1"/>
          </p:cNvSpPr>
          <p:nvPr>
            <p:ph type="title"/>
          </p:nvPr>
        </p:nvSpPr>
        <p:spPr>
          <a:xfrm>
            <a:off x="1098360" y="834480"/>
            <a:ext cx="4447800" cy="970200"/>
          </a:xfrm>
          <a:prstGeom prst="rect">
            <a:avLst/>
          </a:prstGeom>
          <a:noFill/>
          <a:ln w="0">
            <a:noFill/>
          </a:ln>
        </p:spPr>
        <p:txBody>
          <a:bodyPr lIns="91440" rIns="91440" tIns="91440" bIns="91440" anchor="b">
            <a:noAutofit/>
          </a:bodyPr>
          <a:p>
            <a:pPr indent="0">
              <a:buNone/>
            </a:pPr>
            <a:r>
              <a:rPr b="0" lang="en-IN" sz="4500" spc="-1" strike="noStrike">
                <a:solidFill>
                  <a:srgbClr val="000000"/>
                </a:solidFill>
                <a:latin typeface="Arial"/>
              </a:rPr>
              <a:t>Click to edit the title text format</a:t>
            </a:r>
            <a:endParaRPr b="0" lang="en-IN" sz="4500" spc="-1" strike="noStrike">
              <a:solidFill>
                <a:srgbClr val="000000"/>
              </a:solidFill>
              <a:latin typeface="Arial"/>
            </a:endParaRPr>
          </a:p>
        </p:txBody>
      </p:sp>
      <p:sp>
        <p:nvSpPr>
          <p:cNvPr id="294" name="Google Shape;594;g3e0edb04fb1_0_740"/>
          <p:cNvSpPr/>
          <p:nvPr/>
        </p:nvSpPr>
        <p:spPr>
          <a:xfrm>
            <a:off x="1098360" y="3459600"/>
            <a:ext cx="4945320" cy="555840"/>
          </a:xfrm>
          <a:prstGeom prst="rect">
            <a:avLst/>
          </a:prstGeom>
          <a:noFill/>
          <a:ln w="0">
            <a:noFill/>
          </a:ln>
        </p:spPr>
        <p:style>
          <a:lnRef idx="0"/>
          <a:fillRef idx="0"/>
          <a:effectRef idx="0"/>
          <a:fontRef idx="minor"/>
        </p:style>
        <p:txBody>
          <a:bodyPr tIns="91440" bIns="91440" anchor="t">
            <a:noAutofit/>
          </a:bodyPr>
          <a:p>
            <a:pPr>
              <a:lnSpc>
                <a:spcPct val="100000"/>
              </a:lnSpc>
              <a:spcBef>
                <a:spcPts val="300"/>
              </a:spcBef>
              <a:tabLst>
                <a:tab algn="l" pos="0"/>
              </a:tabLst>
            </a:pPr>
            <a:r>
              <a:rPr b="1" lang="en-GB" sz="1200" spc="-1" strike="noStrike">
                <a:solidFill>
                  <a:schemeClr val="dk1"/>
                </a:solidFill>
                <a:latin typeface="Hanken Grotesk"/>
                <a:ea typeface="Hanken Grotesk"/>
              </a:rPr>
              <a:t>CREDITS:</a:t>
            </a:r>
            <a:r>
              <a:rPr b="0" lang="en-GB" sz="1200" spc="-1" strike="noStrike">
                <a:solidFill>
                  <a:schemeClr val="dk1"/>
                </a:solidFill>
                <a:latin typeface="Hanken Grotesk"/>
                <a:ea typeface="Hanken Grotesk"/>
              </a:rPr>
              <a:t> This presentation template was created by </a:t>
            </a:r>
            <a:r>
              <a:rPr b="1" lang="en-GB" sz="1200" spc="-1" strike="noStrike" u="sng">
                <a:solidFill>
                  <a:schemeClr val="dk1"/>
                </a:solidFill>
                <a:uFillTx/>
                <a:latin typeface="Hanken Grotesk"/>
                <a:ea typeface="Hanken Grotesk"/>
                <a:hlinkClick r:id="rId2"/>
              </a:rPr>
              <a:t>Slidesgo</a:t>
            </a:r>
            <a:r>
              <a:rPr b="0" lang="en-GB" sz="1200" spc="-1" strike="noStrike">
                <a:solidFill>
                  <a:schemeClr val="dk1"/>
                </a:solidFill>
                <a:latin typeface="Hanken Grotesk"/>
                <a:ea typeface="Hanken Grotesk"/>
              </a:rPr>
              <a:t>, and includes icons by </a:t>
            </a:r>
            <a:r>
              <a:rPr b="1" lang="en-GB" sz="1200" spc="-1" strike="noStrike" u="sng">
                <a:solidFill>
                  <a:schemeClr val="dk1"/>
                </a:solidFill>
                <a:uFillTx/>
                <a:latin typeface="Hanken Grotesk"/>
                <a:ea typeface="Hanken Grotesk"/>
                <a:hlinkClick r:id="rId3"/>
              </a:rPr>
              <a:t>Flaticon</a:t>
            </a:r>
            <a:r>
              <a:rPr b="0" lang="en-GB" sz="1200" spc="-1" strike="noStrike">
                <a:solidFill>
                  <a:schemeClr val="dk1"/>
                </a:solidFill>
                <a:latin typeface="Hanken Grotesk"/>
                <a:ea typeface="Hanken Grotesk"/>
              </a:rPr>
              <a:t>, and infographics &amp; images by </a:t>
            </a:r>
            <a:r>
              <a:rPr b="1" lang="en-GB" sz="1200" spc="-1" strike="noStrike" u="sng">
                <a:solidFill>
                  <a:schemeClr val="dk1"/>
                </a:solidFill>
                <a:uFillTx/>
                <a:latin typeface="Hanken Grotesk"/>
                <a:ea typeface="Hanken Grotesk"/>
                <a:hlinkClick r:id="rId4"/>
              </a:rPr>
              <a:t>Freepik</a:t>
            </a:r>
            <a:r>
              <a:rPr b="0" lang="en-GB" sz="1200" spc="-1" strike="noStrike" u="sng">
                <a:solidFill>
                  <a:schemeClr val="dk1"/>
                </a:solidFill>
                <a:uFillTx/>
                <a:latin typeface="Hanken Grotesk"/>
                <a:ea typeface="Hanken Grotesk"/>
              </a:rPr>
              <a:t> </a:t>
            </a:r>
            <a:endParaRPr b="0" lang="en-IN" sz="1200" spc="-1" strike="noStrike">
              <a:solidFill>
                <a:srgbClr val="ffffff"/>
              </a:solidFill>
              <a:latin typeface="Arial"/>
            </a:endParaRPr>
          </a:p>
        </p:txBody>
      </p:sp>
      <p:sp>
        <p:nvSpPr>
          <p:cNvPr id="295" name="Google Shape;595;g3e0edb04fb1_0_740"/>
          <p:cNvSpPr/>
          <p:nvPr/>
        </p:nvSpPr>
        <p:spPr>
          <a:xfrm rot="5400000">
            <a:off x="8249400" y="1749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296" name="Google Shape;596;g3e0edb04fb1_0_740"/>
          <p:cNvGrpSpPr/>
          <p:nvPr/>
        </p:nvGrpSpPr>
        <p:grpSpPr>
          <a:xfrm>
            <a:off x="-563760" y="0"/>
            <a:ext cx="7843320" cy="1110960"/>
            <a:chOff x="-563760" y="0"/>
            <a:chExt cx="7843320" cy="1110960"/>
          </a:xfrm>
        </p:grpSpPr>
        <p:grpSp>
          <p:nvGrpSpPr>
            <p:cNvPr id="297" name="Google Shape;597;g3e0edb04fb1_0_740"/>
            <p:cNvGrpSpPr/>
            <p:nvPr/>
          </p:nvGrpSpPr>
          <p:grpSpPr>
            <a:xfrm>
              <a:off x="6120360" y="375840"/>
              <a:ext cx="1159200" cy="247320"/>
              <a:chOff x="6120360" y="375840"/>
              <a:chExt cx="1159200" cy="247320"/>
            </a:xfrm>
          </p:grpSpPr>
          <p:sp>
            <p:nvSpPr>
              <p:cNvPr id="298" name="Google Shape;598;g3e0edb04fb1_0_740"/>
              <p:cNvSpPr/>
              <p:nvPr/>
            </p:nvSpPr>
            <p:spPr>
              <a:xfrm rot="5400000">
                <a:off x="6336000" y="1598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299" name="Google Shape;599;g3e0edb04fb1_0_740"/>
              <p:cNvSpPr/>
              <p:nvPr/>
            </p:nvSpPr>
            <p:spPr>
              <a:xfrm rot="16200000">
                <a:off x="6828480" y="17208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300" name="Google Shape;600;g3e0edb04fb1_0_740"/>
            <p:cNvGrpSpPr/>
            <p:nvPr/>
          </p:nvGrpSpPr>
          <p:grpSpPr>
            <a:xfrm>
              <a:off x="-563760" y="0"/>
              <a:ext cx="1110960" cy="1110960"/>
              <a:chOff x="-563760" y="0"/>
              <a:chExt cx="1110960" cy="1110960"/>
            </a:xfrm>
          </p:grpSpPr>
          <p:sp>
            <p:nvSpPr>
              <p:cNvPr id="301" name="Google Shape;601;g3e0edb04fb1_0_740"/>
              <p:cNvSpPr/>
              <p:nvPr/>
            </p:nvSpPr>
            <p:spPr>
              <a:xfrm>
                <a:off x="-563760" y="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02" name="Google Shape;602;g3e0edb04fb1_0_740"/>
              <p:cNvSpPr/>
              <p:nvPr/>
            </p:nvSpPr>
            <p:spPr>
              <a:xfrm>
                <a:off x="-390240" y="17352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75" r:id="rId5"/>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grpSp>
        <p:nvGrpSpPr>
          <p:cNvPr id="303" name="Google Shape;604;g3e0edb04fb1_0_752"/>
          <p:cNvGrpSpPr/>
          <p:nvPr/>
        </p:nvGrpSpPr>
        <p:grpSpPr>
          <a:xfrm>
            <a:off x="246960" y="2099880"/>
            <a:ext cx="8667000" cy="1707120"/>
            <a:chOff x="246960" y="2099880"/>
            <a:chExt cx="8667000" cy="1707120"/>
          </a:xfrm>
        </p:grpSpPr>
        <p:sp>
          <p:nvSpPr>
            <p:cNvPr id="304" name="Google Shape;605;g3e0edb04fb1_0_752"/>
            <p:cNvSpPr/>
            <p:nvPr/>
          </p:nvSpPr>
          <p:spPr>
            <a:xfrm flipH="1" rot="10800000">
              <a:off x="410400" y="209988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05" name="Google Shape;606;g3e0edb04fb1_0_752"/>
            <p:cNvSpPr/>
            <p:nvPr/>
          </p:nvSpPr>
          <p:spPr>
            <a:xfrm flipH="1" rot="10800000">
              <a:off x="246240" y="239076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306" name="Google Shape;607;g3e0edb04fb1_0_752"/>
            <p:cNvGrpSpPr/>
            <p:nvPr/>
          </p:nvGrpSpPr>
          <p:grpSpPr>
            <a:xfrm>
              <a:off x="8707320" y="3041280"/>
              <a:ext cx="206640" cy="765720"/>
              <a:chOff x="8707320" y="3041280"/>
              <a:chExt cx="206640" cy="765720"/>
            </a:xfrm>
          </p:grpSpPr>
          <p:sp>
            <p:nvSpPr>
              <p:cNvPr id="307" name="Google Shape;608;g3e0edb04fb1_0_752"/>
              <p:cNvSpPr/>
              <p:nvPr/>
            </p:nvSpPr>
            <p:spPr>
              <a:xfrm flipH="1" rot="10800000">
                <a:off x="8870760" y="304128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08" name="Google Shape;609;g3e0edb04fb1_0_752"/>
              <p:cNvSpPr/>
              <p:nvPr/>
            </p:nvSpPr>
            <p:spPr>
              <a:xfrm flipH="1" rot="10800000">
                <a:off x="8706960" y="333252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309" name="Google Shape;610;g3e0edb04fb1_0_752"/>
          <p:cNvGrpSpPr/>
          <p:nvPr/>
        </p:nvGrpSpPr>
        <p:grpSpPr>
          <a:xfrm>
            <a:off x="-796680" y="-1090080"/>
            <a:ext cx="11445480" cy="6549480"/>
            <a:chOff x="-796680" y="-1090080"/>
            <a:chExt cx="11445480" cy="6549480"/>
          </a:xfrm>
        </p:grpSpPr>
        <p:sp>
          <p:nvSpPr>
            <p:cNvPr id="310" name="Google Shape;611;g3e0edb04fb1_0_752"/>
            <p:cNvSpPr/>
            <p:nvPr/>
          </p:nvSpPr>
          <p:spPr>
            <a:xfrm flipH="1" rot="5400000">
              <a:off x="-365400" y="-1521000"/>
              <a:ext cx="1469880" cy="2332080"/>
            </a:xfrm>
            <a:custGeom>
              <a:avLst/>
              <a:gdLst>
                <a:gd name="textAreaLeft" fmla="*/ -360 w 1469880"/>
                <a:gd name="textAreaRight" fmla="*/ 1469880 w 1469880"/>
                <a:gd name="textAreaTop" fmla="*/ 0 h 2332080"/>
                <a:gd name="textAreaBottom" fmla="*/ 2332440 h 2332080"/>
              </a:gdLst>
              <a:ahLst/>
              <a:rect l="textAreaLeft" t="textAreaTop" r="textAreaRight" b="textAreaBottom"/>
              <a:pathLst>
                <a:path w="83338" h="132226">
                  <a:moveTo>
                    <a:pt x="0" y="0"/>
                  </a:moveTo>
                  <a:lnTo>
                    <a:pt x="0" y="30327"/>
                  </a:lnTo>
                  <a:lnTo>
                    <a:pt x="43914" y="74240"/>
                  </a:lnTo>
                  <a:lnTo>
                    <a:pt x="43914" y="105053"/>
                  </a:lnTo>
                  <a:lnTo>
                    <a:pt x="83338" y="127814"/>
                  </a:lnTo>
                  <a:lnTo>
                    <a:pt x="80791" y="132226"/>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311" name="Google Shape;612;g3e0edb04fb1_0_752"/>
            <p:cNvGrpSpPr/>
            <p:nvPr/>
          </p:nvGrpSpPr>
          <p:grpSpPr>
            <a:xfrm>
              <a:off x="0" y="108720"/>
              <a:ext cx="493200" cy="356760"/>
              <a:chOff x="0" y="108720"/>
              <a:chExt cx="493200" cy="356760"/>
            </a:xfrm>
          </p:grpSpPr>
          <p:sp>
            <p:nvSpPr>
              <p:cNvPr id="312" name="Google Shape;613;g3e0edb04fb1_0_752"/>
              <p:cNvSpPr/>
              <p:nvPr/>
            </p:nvSpPr>
            <p:spPr>
              <a:xfrm>
                <a:off x="0" y="10872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13" name="Google Shape;614;g3e0edb04fb1_0_752"/>
              <p:cNvSpPr/>
              <p:nvPr/>
            </p:nvSpPr>
            <p:spPr>
              <a:xfrm>
                <a:off x="316440" y="29088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314" name="Google Shape;615;g3e0edb04fb1_0_752"/>
            <p:cNvSpPr/>
            <p:nvPr/>
          </p:nvSpPr>
          <p:spPr>
            <a:xfrm flipH="1" rot="16200000">
              <a:off x="8788320" y="3598920"/>
              <a:ext cx="870120" cy="2850480"/>
            </a:xfrm>
            <a:custGeom>
              <a:avLst/>
              <a:gdLst>
                <a:gd name="textAreaLeft" fmla="*/ -360 w 870120"/>
                <a:gd name="textAreaRight" fmla="*/ 870120 w 870120"/>
                <a:gd name="textAreaTop" fmla="*/ 0 h 2850480"/>
                <a:gd name="textAreaBottom" fmla="*/ 2850840 h 2850480"/>
              </a:gdLst>
              <a:ahLst/>
              <a:rect l="textAreaLeft" t="textAreaTop" r="textAreaRight" b="textAreaBottom"/>
              <a:pathLst>
                <a:path w="34816" h="114031">
                  <a:moveTo>
                    <a:pt x="18318" y="0"/>
                  </a:moveTo>
                  <a:lnTo>
                    <a:pt x="18318" y="9948"/>
                  </a:lnTo>
                  <a:lnTo>
                    <a:pt x="0" y="28265"/>
                  </a:lnTo>
                  <a:lnTo>
                    <a:pt x="0" y="48039"/>
                  </a:lnTo>
                  <a:lnTo>
                    <a:pt x="10736" y="58775"/>
                  </a:lnTo>
                  <a:lnTo>
                    <a:pt x="34816" y="58775"/>
                  </a:lnTo>
                  <a:lnTo>
                    <a:pt x="34816" y="114031"/>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315" name="Google Shape;616;g3e0edb04fb1_0_752"/>
            <p:cNvGrpSpPr/>
            <p:nvPr/>
          </p:nvGrpSpPr>
          <p:grpSpPr>
            <a:xfrm>
              <a:off x="8557560" y="4095360"/>
              <a:ext cx="356760" cy="493200"/>
              <a:chOff x="8557560" y="4095360"/>
              <a:chExt cx="356760" cy="493200"/>
            </a:xfrm>
          </p:grpSpPr>
          <p:sp>
            <p:nvSpPr>
              <p:cNvPr id="316" name="Google Shape;617;g3e0edb04fb1_0_752"/>
              <p:cNvSpPr/>
              <p:nvPr/>
            </p:nvSpPr>
            <p:spPr>
              <a:xfrm flipV="1" rot="16200000">
                <a:off x="8641800" y="4316040"/>
                <a:ext cx="347040" cy="198000"/>
              </a:xfrm>
              <a:custGeom>
                <a:avLst/>
                <a:gdLst>
                  <a:gd name="textAreaLeft" fmla="*/ 0 w 347040"/>
                  <a:gd name="textAreaRight" fmla="*/ 347400 w 347040"/>
                  <a:gd name="textAreaTop" fmla="*/ 360 h 198000"/>
                  <a:gd name="textAreaBottom" fmla="*/ 19872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17" name="Google Shape;618;g3e0edb04fb1_0_752"/>
              <p:cNvSpPr/>
              <p:nvPr/>
            </p:nvSpPr>
            <p:spPr>
              <a:xfrm flipV="1" rot="16200000">
                <a:off x="8556480" y="4096080"/>
                <a:ext cx="176760" cy="174600"/>
              </a:xfrm>
              <a:custGeom>
                <a:avLst/>
                <a:gdLst>
                  <a:gd name="textAreaLeft" fmla="*/ 0 w 176760"/>
                  <a:gd name="textAreaRight" fmla="*/ 177120 w 176760"/>
                  <a:gd name="textAreaTop" fmla="*/ -360 h 174600"/>
                  <a:gd name="textAreaBottom" fmla="*/ 17460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318" name="Google Shape;619;g3e0edb04fb1_0_752"/>
            <p:cNvGrpSpPr/>
            <p:nvPr/>
          </p:nvGrpSpPr>
          <p:grpSpPr>
            <a:xfrm>
              <a:off x="1110960" y="-585000"/>
              <a:ext cx="273600" cy="964800"/>
              <a:chOff x="1110960" y="-585000"/>
              <a:chExt cx="273600" cy="964800"/>
            </a:xfrm>
          </p:grpSpPr>
          <p:cxnSp>
            <p:nvCxnSpPr>
              <p:cNvPr id="319" name="Google Shape;620;g3e0edb04fb1_0_752"/>
              <p:cNvCxnSpPr/>
              <p:nvPr/>
            </p:nvCxnSpPr>
            <p:spPr>
              <a:xfrm flipV="1">
                <a:off x="1384560" y="-585000"/>
                <a:ext cx="360" cy="965160"/>
              </a:xfrm>
              <a:prstGeom prst="straightConnector1">
                <a:avLst/>
              </a:prstGeom>
              <a:ln w="9525">
                <a:solidFill>
                  <a:srgbClr val="69639c"/>
                </a:solidFill>
                <a:round/>
              </a:ln>
            </p:spPr>
          </p:cxnSp>
          <p:cxnSp>
            <p:nvCxnSpPr>
              <p:cNvPr id="320" name="Google Shape;621;g3e0edb04fb1_0_752"/>
              <p:cNvCxnSpPr/>
              <p:nvPr/>
            </p:nvCxnSpPr>
            <p:spPr>
              <a:xfrm flipV="1">
                <a:off x="1316160" y="-585000"/>
                <a:ext cx="360" cy="965160"/>
              </a:xfrm>
              <a:prstGeom prst="straightConnector1">
                <a:avLst/>
              </a:prstGeom>
              <a:ln w="9525">
                <a:solidFill>
                  <a:srgbClr val="69639c"/>
                </a:solidFill>
                <a:round/>
              </a:ln>
            </p:spPr>
          </p:cxnSp>
          <p:cxnSp>
            <p:nvCxnSpPr>
              <p:cNvPr id="321" name="Google Shape;622;g3e0edb04fb1_0_752"/>
              <p:cNvCxnSpPr/>
              <p:nvPr/>
            </p:nvCxnSpPr>
            <p:spPr>
              <a:xfrm flipV="1">
                <a:off x="1247760" y="-585000"/>
                <a:ext cx="360" cy="965160"/>
              </a:xfrm>
              <a:prstGeom prst="straightConnector1">
                <a:avLst/>
              </a:prstGeom>
              <a:ln w="9525">
                <a:solidFill>
                  <a:srgbClr val="69639c"/>
                </a:solidFill>
                <a:round/>
              </a:ln>
            </p:spPr>
          </p:cxnSp>
          <p:cxnSp>
            <p:nvCxnSpPr>
              <p:cNvPr id="322" name="Google Shape;623;g3e0edb04fb1_0_752"/>
              <p:cNvCxnSpPr/>
              <p:nvPr/>
            </p:nvCxnSpPr>
            <p:spPr>
              <a:xfrm flipV="1">
                <a:off x="1179360" y="-585000"/>
                <a:ext cx="360" cy="965160"/>
              </a:xfrm>
              <a:prstGeom prst="straightConnector1">
                <a:avLst/>
              </a:prstGeom>
              <a:ln w="9525">
                <a:solidFill>
                  <a:srgbClr val="69639c"/>
                </a:solidFill>
                <a:round/>
              </a:ln>
            </p:spPr>
          </p:cxnSp>
          <p:cxnSp>
            <p:nvCxnSpPr>
              <p:cNvPr id="323" name="Google Shape;624;g3e0edb04fb1_0_752"/>
              <p:cNvCxnSpPr/>
              <p:nvPr/>
            </p:nvCxnSpPr>
            <p:spPr>
              <a:xfrm flipV="1">
                <a:off x="1110960" y="-585000"/>
                <a:ext cx="360" cy="965160"/>
              </a:xfrm>
              <a:prstGeom prst="straightConnector1">
                <a:avLst/>
              </a:prstGeom>
              <a:ln w="9525">
                <a:solidFill>
                  <a:srgbClr val="69639c"/>
                </a:solidFill>
                <a:round/>
              </a:ln>
            </p:spPr>
          </p:cxnSp>
        </p:grpSp>
      </p:grpSp>
      <p:grpSp>
        <p:nvGrpSpPr>
          <p:cNvPr id="324" name="Google Shape;625;g3e0edb04fb1_0_752"/>
          <p:cNvGrpSpPr/>
          <p:nvPr/>
        </p:nvGrpSpPr>
        <p:grpSpPr>
          <a:xfrm>
            <a:off x="249120" y="1658520"/>
            <a:ext cx="8664840" cy="946080"/>
            <a:chOff x="249120" y="1658520"/>
            <a:chExt cx="8664840" cy="946080"/>
          </a:xfrm>
        </p:grpSpPr>
        <p:sp>
          <p:nvSpPr>
            <p:cNvPr id="325" name="Google Shape;626;g3e0edb04fb1_0_752"/>
            <p:cNvSpPr/>
            <p:nvPr/>
          </p:nvSpPr>
          <p:spPr>
            <a:xfrm flipH="1" rot="10800000">
              <a:off x="248760" y="165852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26" name="Google Shape;627;g3e0edb04fb1_0_752"/>
            <p:cNvSpPr/>
            <p:nvPr/>
          </p:nvSpPr>
          <p:spPr>
            <a:xfrm flipH="1">
              <a:off x="8874360" y="216396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327" name="Google Shape;628;g3e0edb04fb1_0_752"/>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grpSp>
        <p:nvGrpSpPr>
          <p:cNvPr id="328" name="Google Shape;630;g3e0edb04fb1_0_778"/>
          <p:cNvGrpSpPr/>
          <p:nvPr/>
        </p:nvGrpSpPr>
        <p:grpSpPr>
          <a:xfrm>
            <a:off x="249120" y="492120"/>
            <a:ext cx="8669160" cy="4595760"/>
            <a:chOff x="249120" y="492120"/>
            <a:chExt cx="8669160" cy="4595760"/>
          </a:xfrm>
        </p:grpSpPr>
        <p:sp>
          <p:nvSpPr>
            <p:cNvPr id="329" name="Google Shape;631;g3e0edb04fb1_0_778"/>
            <p:cNvSpPr/>
            <p:nvPr/>
          </p:nvSpPr>
          <p:spPr>
            <a:xfrm rot="10800000">
              <a:off x="8676360" y="7315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30" name="Google Shape;632;g3e0edb04fb1_0_778"/>
            <p:cNvSpPr/>
            <p:nvPr/>
          </p:nvSpPr>
          <p:spPr>
            <a:xfrm rot="10800000">
              <a:off x="8875440" y="4921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331" name="Google Shape;633;g3e0edb04fb1_0_778"/>
            <p:cNvGrpSpPr/>
            <p:nvPr/>
          </p:nvGrpSpPr>
          <p:grpSpPr>
            <a:xfrm>
              <a:off x="249120" y="4322160"/>
              <a:ext cx="206640" cy="765720"/>
              <a:chOff x="249120" y="4322160"/>
              <a:chExt cx="206640" cy="765720"/>
            </a:xfrm>
          </p:grpSpPr>
          <p:sp>
            <p:nvSpPr>
              <p:cNvPr id="332" name="Google Shape;634;g3e0edb04fb1_0_778"/>
              <p:cNvSpPr/>
              <p:nvPr/>
            </p:nvSpPr>
            <p:spPr>
              <a:xfrm rot="10800000">
                <a:off x="249120" y="432216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33" name="Google Shape;635;g3e0edb04fb1_0_778"/>
              <p:cNvSpPr/>
              <p:nvPr/>
            </p:nvSpPr>
            <p:spPr>
              <a:xfrm rot="10800000">
                <a:off x="412920" y="461340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334" name="Google Shape;636;g3e0edb04fb1_0_778"/>
          <p:cNvGrpSpPr/>
          <p:nvPr/>
        </p:nvGrpSpPr>
        <p:grpSpPr>
          <a:xfrm>
            <a:off x="316080" y="1280160"/>
            <a:ext cx="8602200" cy="1562040"/>
            <a:chOff x="316080" y="1280160"/>
            <a:chExt cx="8602200" cy="1562040"/>
          </a:xfrm>
        </p:grpSpPr>
        <p:sp>
          <p:nvSpPr>
            <p:cNvPr id="335" name="Google Shape;637;g3e0edb04fb1_0_778"/>
            <p:cNvSpPr/>
            <p:nvPr/>
          </p:nvSpPr>
          <p:spPr>
            <a:xfrm rot="10800000">
              <a:off x="8878680" y="12801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36" name="Google Shape;638;g3e0edb04fb1_0_778"/>
            <p:cNvSpPr/>
            <p:nvPr/>
          </p:nvSpPr>
          <p:spPr>
            <a:xfrm rot="10800000">
              <a:off x="316080" y="24015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337" name="Google Shape;639;g3e0edb04fb1_0_778"/>
          <p:cNvGrpSpPr/>
          <p:nvPr/>
        </p:nvGrpSpPr>
        <p:grpSpPr>
          <a:xfrm>
            <a:off x="355680" y="-567000"/>
            <a:ext cx="8750880" cy="5946120"/>
            <a:chOff x="355680" y="-567000"/>
            <a:chExt cx="8750880" cy="5946120"/>
          </a:xfrm>
        </p:grpSpPr>
        <p:grpSp>
          <p:nvGrpSpPr>
            <p:cNvPr id="338" name="Google Shape;640;g3e0edb04fb1_0_778"/>
            <p:cNvGrpSpPr/>
            <p:nvPr/>
          </p:nvGrpSpPr>
          <p:grpSpPr>
            <a:xfrm>
              <a:off x="355680" y="3612600"/>
              <a:ext cx="493200" cy="356760"/>
              <a:chOff x="355680" y="3612600"/>
              <a:chExt cx="493200" cy="356760"/>
            </a:xfrm>
          </p:grpSpPr>
          <p:sp>
            <p:nvSpPr>
              <p:cNvPr id="339" name="Google Shape;641;g3e0edb04fb1_0_778"/>
              <p:cNvSpPr/>
              <p:nvPr/>
            </p:nvSpPr>
            <p:spPr>
              <a:xfrm>
                <a:off x="355680" y="361260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40" name="Google Shape;642;g3e0edb04fb1_0_778"/>
              <p:cNvSpPr/>
              <p:nvPr/>
            </p:nvSpPr>
            <p:spPr>
              <a:xfrm>
                <a:off x="672120" y="379476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341" name="Google Shape;643;g3e0edb04fb1_0_778"/>
            <p:cNvGrpSpPr/>
            <p:nvPr/>
          </p:nvGrpSpPr>
          <p:grpSpPr>
            <a:xfrm>
              <a:off x="7697520" y="-567000"/>
              <a:ext cx="273600" cy="964800"/>
              <a:chOff x="7697520" y="-567000"/>
              <a:chExt cx="273600" cy="964800"/>
            </a:xfrm>
          </p:grpSpPr>
          <p:cxnSp>
            <p:nvCxnSpPr>
              <p:cNvPr id="342" name="Google Shape;644;g3e0edb04fb1_0_778"/>
              <p:cNvCxnSpPr/>
              <p:nvPr/>
            </p:nvCxnSpPr>
            <p:spPr>
              <a:xfrm flipV="1">
                <a:off x="7971120" y="-567000"/>
                <a:ext cx="360" cy="965160"/>
              </a:xfrm>
              <a:prstGeom prst="straightConnector1">
                <a:avLst/>
              </a:prstGeom>
              <a:ln w="9525">
                <a:solidFill>
                  <a:srgbClr val="69639c"/>
                </a:solidFill>
                <a:round/>
              </a:ln>
            </p:spPr>
          </p:cxnSp>
          <p:cxnSp>
            <p:nvCxnSpPr>
              <p:cNvPr id="343" name="Google Shape;645;g3e0edb04fb1_0_778"/>
              <p:cNvCxnSpPr/>
              <p:nvPr/>
            </p:nvCxnSpPr>
            <p:spPr>
              <a:xfrm flipV="1">
                <a:off x="7902720" y="-567000"/>
                <a:ext cx="360" cy="965160"/>
              </a:xfrm>
              <a:prstGeom prst="straightConnector1">
                <a:avLst/>
              </a:prstGeom>
              <a:ln w="9525">
                <a:solidFill>
                  <a:srgbClr val="69639c"/>
                </a:solidFill>
                <a:round/>
              </a:ln>
            </p:spPr>
          </p:cxnSp>
          <p:cxnSp>
            <p:nvCxnSpPr>
              <p:cNvPr id="344" name="Google Shape;646;g3e0edb04fb1_0_778"/>
              <p:cNvCxnSpPr/>
              <p:nvPr/>
            </p:nvCxnSpPr>
            <p:spPr>
              <a:xfrm flipV="1">
                <a:off x="7834320" y="-567000"/>
                <a:ext cx="360" cy="965160"/>
              </a:xfrm>
              <a:prstGeom prst="straightConnector1">
                <a:avLst/>
              </a:prstGeom>
              <a:ln w="9525">
                <a:solidFill>
                  <a:srgbClr val="69639c"/>
                </a:solidFill>
                <a:round/>
              </a:ln>
            </p:spPr>
          </p:cxnSp>
          <p:cxnSp>
            <p:nvCxnSpPr>
              <p:cNvPr id="345" name="Google Shape;647;g3e0edb04fb1_0_778"/>
              <p:cNvCxnSpPr/>
              <p:nvPr/>
            </p:nvCxnSpPr>
            <p:spPr>
              <a:xfrm flipV="1">
                <a:off x="7765920" y="-567000"/>
                <a:ext cx="360" cy="965160"/>
              </a:xfrm>
              <a:prstGeom prst="straightConnector1">
                <a:avLst/>
              </a:prstGeom>
              <a:ln w="9525">
                <a:solidFill>
                  <a:srgbClr val="69639c"/>
                </a:solidFill>
                <a:round/>
              </a:ln>
            </p:spPr>
          </p:cxnSp>
          <p:cxnSp>
            <p:nvCxnSpPr>
              <p:cNvPr id="346" name="Google Shape;648;g3e0edb04fb1_0_778"/>
              <p:cNvCxnSpPr/>
              <p:nvPr/>
            </p:nvCxnSpPr>
            <p:spPr>
              <a:xfrm flipV="1">
                <a:off x="7697520" y="-567000"/>
                <a:ext cx="360" cy="965160"/>
              </a:xfrm>
              <a:prstGeom prst="straightConnector1">
                <a:avLst/>
              </a:prstGeom>
              <a:ln w="9525">
                <a:solidFill>
                  <a:srgbClr val="69639c"/>
                </a:solidFill>
                <a:round/>
              </a:ln>
            </p:spPr>
          </p:cxnSp>
        </p:grpSp>
        <p:sp>
          <p:nvSpPr>
            <p:cNvPr id="347" name="Google Shape;649;g3e0edb04fb1_0_778"/>
            <p:cNvSpPr/>
            <p:nvPr/>
          </p:nvSpPr>
          <p:spPr>
            <a:xfrm>
              <a:off x="5850720" y="-90360"/>
              <a:ext cx="3255840" cy="487800"/>
            </a:xfrm>
            <a:custGeom>
              <a:avLst/>
              <a:gdLst>
                <a:gd name="textAreaLeft" fmla="*/ 0 w 3255840"/>
                <a:gd name="textAreaRight" fmla="*/ 3256200 w 3255840"/>
                <a:gd name="textAreaTop" fmla="*/ 0 h 487800"/>
                <a:gd name="textAreaBottom" fmla="*/ 488160 h 487800"/>
              </a:gdLst>
              <a:ahLst/>
              <a:rect l="textAreaLeft" t="textAreaTop" r="textAreaRight" b="textAreaBottom"/>
              <a:pathLst>
                <a:path w="130255" h="19530">
                  <a:moveTo>
                    <a:pt x="0" y="0"/>
                  </a:moveTo>
                  <a:lnTo>
                    <a:pt x="19531" y="19530"/>
                  </a:lnTo>
                  <a:lnTo>
                    <a:pt x="93650" y="19530"/>
                  </a:lnTo>
                  <a:lnTo>
                    <a:pt x="102323" y="10857"/>
                  </a:lnTo>
                  <a:lnTo>
                    <a:pt x="121066" y="10857"/>
                  </a:lnTo>
                  <a:lnTo>
                    <a:pt x="130255" y="166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348" name="Google Shape;650;g3e0edb04fb1_0_778"/>
            <p:cNvSpPr/>
            <p:nvPr/>
          </p:nvSpPr>
          <p:spPr>
            <a:xfrm>
              <a:off x="364320" y="3056400"/>
              <a:ext cx="475920" cy="2322720"/>
            </a:xfrm>
            <a:custGeom>
              <a:avLst/>
              <a:gdLst>
                <a:gd name="textAreaLeft" fmla="*/ 0 w 475920"/>
                <a:gd name="textAreaRight" fmla="*/ 476280 w 475920"/>
                <a:gd name="textAreaTop" fmla="*/ 0 h 2322720"/>
                <a:gd name="textAreaBottom" fmla="*/ 2323080 h 2322720"/>
              </a:gdLst>
              <a:ahLst/>
              <a:rect l="textAreaLeft" t="textAreaTop" r="textAreaRight" b="textAreaBottom"/>
              <a:pathLst>
                <a:path w="19046" h="92923">
                  <a:moveTo>
                    <a:pt x="0" y="0"/>
                  </a:moveTo>
                  <a:lnTo>
                    <a:pt x="0" y="36635"/>
                  </a:lnTo>
                  <a:lnTo>
                    <a:pt x="19046" y="55681"/>
                  </a:lnTo>
                  <a:lnTo>
                    <a:pt x="19046" y="92923"/>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sp>
        <p:nvSpPr>
          <p:cNvPr id="349" name="Google Shape;651;g3e0edb04fb1_0_778"/>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sp>
        <p:nvSpPr>
          <p:cNvPr id="351" name="PlaceHolder 2"/>
          <p:cNvSpPr>
            <a:spLocks noGrp="1"/>
          </p:cNvSpPr>
          <p:nvPr>
            <p:ph type="body"/>
          </p:nvPr>
        </p:nvSpPr>
        <p:spPr>
          <a:xfrm>
            <a:off x="720000" y="1056600"/>
            <a:ext cx="7703640" cy="42156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en-IN" sz="1200" spc="-1" strike="noStrike">
                <a:solidFill>
                  <a:srgbClr val="000000"/>
                </a:solidFill>
                <a:latin typeface="Arial"/>
              </a:rPr>
              <a:t>Click to edit the outline text format</a:t>
            </a:r>
            <a:endParaRPr b="0" lang="en-IN"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IN" sz="1200" spc="-1" strike="noStrike">
                <a:solidFill>
                  <a:srgbClr val="000000"/>
                </a:solidFill>
                <a:latin typeface="Arial"/>
              </a:rPr>
              <a:t>Second Outline Level</a:t>
            </a:r>
            <a:endParaRPr b="0" lang="en-IN"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IN" sz="1200" spc="-1" strike="noStrike">
                <a:solidFill>
                  <a:srgbClr val="000000"/>
                </a:solidFill>
                <a:latin typeface="Arial"/>
              </a:rPr>
              <a:t>Third Outline Level</a:t>
            </a:r>
            <a:endParaRPr b="0" lang="en-IN"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IN" sz="1200" spc="-1" strike="noStrike">
                <a:solidFill>
                  <a:srgbClr val="000000"/>
                </a:solidFill>
                <a:latin typeface="Arial"/>
              </a:rPr>
              <a:t>Fourth Outline Level</a:t>
            </a:r>
            <a:endParaRPr b="0" lang="en-IN"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IN" sz="1200" spc="-1" strike="noStrike">
                <a:solidFill>
                  <a:srgbClr val="000000"/>
                </a:solidFill>
                <a:latin typeface="Arial"/>
              </a:rPr>
              <a:t>Fifth Outline Level</a:t>
            </a:r>
            <a:endParaRPr b="0" lang="en-IN"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IN" sz="1200" spc="-1" strike="noStrike">
                <a:solidFill>
                  <a:srgbClr val="000000"/>
                </a:solidFill>
                <a:latin typeface="Arial"/>
              </a:rPr>
              <a:t>Sixth Outline Level</a:t>
            </a:r>
            <a:endParaRPr b="0" lang="en-IN"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IN" sz="1200" spc="-1" strike="noStrike">
                <a:solidFill>
                  <a:srgbClr val="000000"/>
                </a:solidFill>
                <a:latin typeface="Arial"/>
              </a:rPr>
              <a:t>Seventh Outline Level</a:t>
            </a:r>
            <a:endParaRPr b="0" lang="en-IN" sz="1200" spc="-1" strike="noStrike">
              <a:solidFill>
                <a:srgbClr val="000000"/>
              </a:solidFill>
              <a:latin typeface="Arial"/>
            </a:endParaRPr>
          </a:p>
        </p:txBody>
      </p:sp>
      <p:grpSp>
        <p:nvGrpSpPr>
          <p:cNvPr id="352" name="Google Shape;48;g3e0edb04fb1_0_194"/>
          <p:cNvGrpSpPr/>
          <p:nvPr/>
        </p:nvGrpSpPr>
        <p:grpSpPr>
          <a:xfrm>
            <a:off x="188640" y="1651680"/>
            <a:ext cx="8668800" cy="2097720"/>
            <a:chOff x="188640" y="1651680"/>
            <a:chExt cx="8668800" cy="2097720"/>
          </a:xfrm>
        </p:grpSpPr>
        <p:sp>
          <p:nvSpPr>
            <p:cNvPr id="353" name="Google Shape;49;g3e0edb04fb1_0_194"/>
            <p:cNvSpPr/>
            <p:nvPr/>
          </p:nvSpPr>
          <p:spPr>
            <a:xfrm rot="10800000">
              <a:off x="8650800" y="1651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54" name="Google Shape;50;g3e0edb04fb1_0_194"/>
            <p:cNvSpPr/>
            <p:nvPr/>
          </p:nvSpPr>
          <p:spPr>
            <a:xfrm rot="10800000">
              <a:off x="8814600" y="19429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355" name="Google Shape;51;g3e0edb04fb1_0_194"/>
            <p:cNvGrpSpPr/>
            <p:nvPr/>
          </p:nvGrpSpPr>
          <p:grpSpPr>
            <a:xfrm>
              <a:off x="188640" y="2983680"/>
              <a:ext cx="206640" cy="765720"/>
              <a:chOff x="188640" y="2983680"/>
              <a:chExt cx="206640" cy="765720"/>
            </a:xfrm>
          </p:grpSpPr>
          <p:sp>
            <p:nvSpPr>
              <p:cNvPr id="356" name="Google Shape;52;g3e0edb04fb1_0_194"/>
              <p:cNvSpPr/>
              <p:nvPr/>
            </p:nvSpPr>
            <p:spPr>
              <a:xfrm rot="10800000">
                <a:off x="188640" y="2983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57" name="Google Shape;53;g3e0edb04fb1_0_194"/>
              <p:cNvSpPr/>
              <p:nvPr/>
            </p:nvSpPr>
            <p:spPr>
              <a:xfrm rot="10800000">
                <a:off x="352440" y="32749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358" name="Google Shape;54;g3e0edb04fb1_0_194"/>
          <p:cNvGrpSpPr/>
          <p:nvPr/>
        </p:nvGrpSpPr>
        <p:grpSpPr>
          <a:xfrm>
            <a:off x="-1181520" y="-331560"/>
            <a:ext cx="11019600" cy="5673240"/>
            <a:chOff x="-1181520" y="-331560"/>
            <a:chExt cx="11019600" cy="5673240"/>
          </a:xfrm>
        </p:grpSpPr>
        <p:grpSp>
          <p:nvGrpSpPr>
            <p:cNvPr id="359" name="Google Shape;55;g3e0edb04fb1_0_194"/>
            <p:cNvGrpSpPr/>
            <p:nvPr/>
          </p:nvGrpSpPr>
          <p:grpSpPr>
            <a:xfrm>
              <a:off x="8872920" y="1130760"/>
              <a:ext cx="965160" cy="273600"/>
              <a:chOff x="8872920" y="1130760"/>
              <a:chExt cx="965160" cy="273600"/>
            </a:xfrm>
          </p:grpSpPr>
          <p:cxnSp>
            <p:nvCxnSpPr>
              <p:cNvPr id="360" name="Google Shape;56;g3e0edb04fb1_0_194"/>
              <p:cNvCxnSpPr/>
              <p:nvPr/>
            </p:nvCxnSpPr>
            <p:spPr>
              <a:xfrm>
                <a:off x="8872920" y="1130760"/>
                <a:ext cx="965520" cy="360"/>
              </a:xfrm>
              <a:prstGeom prst="straightConnector1">
                <a:avLst/>
              </a:prstGeom>
              <a:ln w="9525">
                <a:solidFill>
                  <a:srgbClr val="69639c"/>
                </a:solidFill>
                <a:round/>
              </a:ln>
            </p:spPr>
          </p:cxnSp>
          <p:cxnSp>
            <p:nvCxnSpPr>
              <p:cNvPr id="361" name="Google Shape;57;g3e0edb04fb1_0_194"/>
              <p:cNvCxnSpPr/>
              <p:nvPr/>
            </p:nvCxnSpPr>
            <p:spPr>
              <a:xfrm>
                <a:off x="8872920" y="1199160"/>
                <a:ext cx="965520" cy="360"/>
              </a:xfrm>
              <a:prstGeom prst="straightConnector1">
                <a:avLst/>
              </a:prstGeom>
              <a:ln w="9525">
                <a:solidFill>
                  <a:srgbClr val="69639c"/>
                </a:solidFill>
                <a:round/>
              </a:ln>
            </p:spPr>
          </p:cxnSp>
          <p:cxnSp>
            <p:nvCxnSpPr>
              <p:cNvPr id="362" name="Google Shape;58;g3e0edb04fb1_0_194"/>
              <p:cNvCxnSpPr/>
              <p:nvPr/>
            </p:nvCxnSpPr>
            <p:spPr>
              <a:xfrm>
                <a:off x="8872920" y="1267560"/>
                <a:ext cx="965520" cy="360"/>
              </a:xfrm>
              <a:prstGeom prst="straightConnector1">
                <a:avLst/>
              </a:prstGeom>
              <a:ln w="9525">
                <a:solidFill>
                  <a:srgbClr val="69639c"/>
                </a:solidFill>
                <a:round/>
              </a:ln>
            </p:spPr>
          </p:cxnSp>
          <p:cxnSp>
            <p:nvCxnSpPr>
              <p:cNvPr id="363" name="Google Shape;59;g3e0edb04fb1_0_194"/>
              <p:cNvCxnSpPr/>
              <p:nvPr/>
            </p:nvCxnSpPr>
            <p:spPr>
              <a:xfrm>
                <a:off x="8872920" y="1335960"/>
                <a:ext cx="965520" cy="360"/>
              </a:xfrm>
              <a:prstGeom prst="straightConnector1">
                <a:avLst/>
              </a:prstGeom>
              <a:ln w="9525">
                <a:solidFill>
                  <a:srgbClr val="69639c"/>
                </a:solidFill>
                <a:round/>
              </a:ln>
            </p:spPr>
          </p:cxnSp>
          <p:cxnSp>
            <p:nvCxnSpPr>
              <p:cNvPr id="364" name="Google Shape;60;g3e0edb04fb1_0_194"/>
              <p:cNvCxnSpPr/>
              <p:nvPr/>
            </p:nvCxnSpPr>
            <p:spPr>
              <a:xfrm>
                <a:off x="8872920" y="1404360"/>
                <a:ext cx="965520" cy="360"/>
              </a:xfrm>
              <a:prstGeom prst="straightConnector1">
                <a:avLst/>
              </a:prstGeom>
              <a:ln w="9525">
                <a:solidFill>
                  <a:srgbClr val="69639c"/>
                </a:solidFill>
                <a:round/>
              </a:ln>
            </p:spPr>
          </p:cxnSp>
        </p:grpSp>
        <p:sp>
          <p:nvSpPr>
            <p:cNvPr id="365" name="Google Shape;61;g3e0edb04fb1_0_194"/>
            <p:cNvSpPr/>
            <p:nvPr/>
          </p:nvSpPr>
          <p:spPr>
            <a:xfrm>
              <a:off x="8095320" y="-331560"/>
              <a:ext cx="1469880" cy="2332080"/>
            </a:xfrm>
            <a:custGeom>
              <a:avLst/>
              <a:gdLst>
                <a:gd name="textAreaLeft" fmla="*/ 0 w 1469880"/>
                <a:gd name="textAreaRight" fmla="*/ 1470240 w 1469880"/>
                <a:gd name="textAreaTop" fmla="*/ 0 h 2332080"/>
                <a:gd name="textAreaBottom" fmla="*/ 2332440 h 2332080"/>
              </a:gdLst>
              <a:ahLst/>
              <a:rect l="textAreaLeft" t="textAreaTop" r="textAreaRight" b="textAreaBottom"/>
              <a:pathLst>
                <a:path w="83338" h="132226">
                  <a:moveTo>
                    <a:pt x="0" y="0"/>
                  </a:moveTo>
                  <a:lnTo>
                    <a:pt x="0" y="30327"/>
                  </a:lnTo>
                  <a:lnTo>
                    <a:pt x="43914" y="74240"/>
                  </a:lnTo>
                  <a:lnTo>
                    <a:pt x="43914" y="105053"/>
                  </a:lnTo>
                  <a:lnTo>
                    <a:pt x="83338" y="127814"/>
                  </a:lnTo>
                  <a:lnTo>
                    <a:pt x="80791" y="132226"/>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366" name="Google Shape;62;g3e0edb04fb1_0_194"/>
            <p:cNvGrpSpPr/>
            <p:nvPr/>
          </p:nvGrpSpPr>
          <p:grpSpPr>
            <a:xfrm>
              <a:off x="8650800" y="182520"/>
              <a:ext cx="493200" cy="356760"/>
              <a:chOff x="8650800" y="182520"/>
              <a:chExt cx="493200" cy="356760"/>
            </a:xfrm>
          </p:grpSpPr>
          <p:sp>
            <p:nvSpPr>
              <p:cNvPr id="367" name="Google Shape;63;g3e0edb04fb1_0_194"/>
              <p:cNvSpPr/>
              <p:nvPr/>
            </p:nvSpPr>
            <p:spPr>
              <a:xfrm flipV="1" rot="10800000">
                <a:off x="8796960" y="182520"/>
                <a:ext cx="347040" cy="198000"/>
              </a:xfrm>
              <a:custGeom>
                <a:avLst/>
                <a:gdLst>
                  <a:gd name="textAreaLeft" fmla="*/ 0 w 347040"/>
                  <a:gd name="textAreaRight" fmla="*/ 347400 w 347040"/>
                  <a:gd name="textAreaTop" fmla="*/ 360 h 198000"/>
                  <a:gd name="textAreaBottom" fmla="*/ 19872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68" name="Google Shape;64;g3e0edb04fb1_0_194"/>
              <p:cNvSpPr/>
              <p:nvPr/>
            </p:nvSpPr>
            <p:spPr>
              <a:xfrm flipV="1" rot="10800000">
                <a:off x="8650800" y="364320"/>
                <a:ext cx="176760" cy="174600"/>
              </a:xfrm>
              <a:custGeom>
                <a:avLst/>
                <a:gdLst>
                  <a:gd name="textAreaLeft" fmla="*/ 0 w 176760"/>
                  <a:gd name="textAreaRight" fmla="*/ 177120 w 176760"/>
                  <a:gd name="textAreaTop" fmla="*/ -360 h 174600"/>
                  <a:gd name="textAreaBottom" fmla="*/ 17460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369" name="Google Shape;65;g3e0edb04fb1_0_194"/>
            <p:cNvSpPr/>
            <p:nvPr/>
          </p:nvSpPr>
          <p:spPr>
            <a:xfrm rot="5400000">
              <a:off x="-191160" y="3481200"/>
              <a:ext cx="870120" cy="2850480"/>
            </a:xfrm>
            <a:custGeom>
              <a:avLst/>
              <a:gdLst>
                <a:gd name="textAreaLeft" fmla="*/ 0 w 870120"/>
                <a:gd name="textAreaRight" fmla="*/ 870480 w 870120"/>
                <a:gd name="textAreaTop" fmla="*/ 0 h 2850480"/>
                <a:gd name="textAreaBottom" fmla="*/ 2850840 h 2850480"/>
              </a:gdLst>
              <a:ahLst/>
              <a:rect l="textAreaLeft" t="textAreaTop" r="textAreaRight" b="textAreaBottom"/>
              <a:pathLst>
                <a:path w="34816" h="114031">
                  <a:moveTo>
                    <a:pt x="18318" y="0"/>
                  </a:moveTo>
                  <a:lnTo>
                    <a:pt x="18318" y="9948"/>
                  </a:lnTo>
                  <a:lnTo>
                    <a:pt x="0" y="28265"/>
                  </a:lnTo>
                  <a:lnTo>
                    <a:pt x="0" y="48039"/>
                  </a:lnTo>
                  <a:lnTo>
                    <a:pt x="10736" y="58775"/>
                  </a:lnTo>
                  <a:lnTo>
                    <a:pt x="34816" y="58775"/>
                  </a:lnTo>
                  <a:lnTo>
                    <a:pt x="34816" y="114031"/>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370" name="Google Shape;66;g3e0edb04fb1_0_194"/>
            <p:cNvGrpSpPr/>
            <p:nvPr/>
          </p:nvGrpSpPr>
          <p:grpSpPr>
            <a:xfrm>
              <a:off x="227520" y="3977640"/>
              <a:ext cx="356760" cy="493200"/>
              <a:chOff x="227520" y="3977640"/>
              <a:chExt cx="356760" cy="493200"/>
            </a:xfrm>
          </p:grpSpPr>
          <p:sp>
            <p:nvSpPr>
              <p:cNvPr id="371" name="Google Shape;67;g3e0edb04fb1_0_194"/>
              <p:cNvSpPr/>
              <p:nvPr/>
            </p:nvSpPr>
            <p:spPr>
              <a:xfrm flipV="1" rot="16200000">
                <a:off x="311760" y="4198320"/>
                <a:ext cx="347040" cy="198000"/>
              </a:xfrm>
              <a:custGeom>
                <a:avLst/>
                <a:gdLst>
                  <a:gd name="textAreaLeft" fmla="*/ 0 w 347040"/>
                  <a:gd name="textAreaRight" fmla="*/ 347400 w 347040"/>
                  <a:gd name="textAreaTop" fmla="*/ 360 h 198000"/>
                  <a:gd name="textAreaBottom" fmla="*/ 19872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72" name="Google Shape;68;g3e0edb04fb1_0_194"/>
              <p:cNvSpPr/>
              <p:nvPr/>
            </p:nvSpPr>
            <p:spPr>
              <a:xfrm flipV="1" rot="16200000">
                <a:off x="226440" y="3978360"/>
                <a:ext cx="176760" cy="174600"/>
              </a:xfrm>
              <a:custGeom>
                <a:avLst/>
                <a:gdLst>
                  <a:gd name="textAreaLeft" fmla="*/ 0 w 176760"/>
                  <a:gd name="textAreaRight" fmla="*/ 177120 w 176760"/>
                  <a:gd name="textAreaTop" fmla="*/ -360 h 174600"/>
                  <a:gd name="textAreaBottom" fmla="*/ 17460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373" name="Google Shape;69;g3e0edb04fb1_0_194"/>
            <p:cNvGrpSpPr/>
            <p:nvPr/>
          </p:nvGrpSpPr>
          <p:grpSpPr>
            <a:xfrm>
              <a:off x="-776880" y="4800240"/>
              <a:ext cx="965160" cy="273600"/>
              <a:chOff x="-776880" y="4800240"/>
              <a:chExt cx="965160" cy="273600"/>
            </a:xfrm>
          </p:grpSpPr>
          <p:cxnSp>
            <p:nvCxnSpPr>
              <p:cNvPr id="374" name="Google Shape;70;g3e0edb04fb1_0_194"/>
              <p:cNvCxnSpPr/>
              <p:nvPr/>
            </p:nvCxnSpPr>
            <p:spPr>
              <a:xfrm>
                <a:off x="-776880" y="4800240"/>
                <a:ext cx="965520" cy="360"/>
              </a:xfrm>
              <a:prstGeom prst="straightConnector1">
                <a:avLst/>
              </a:prstGeom>
              <a:ln w="9525">
                <a:solidFill>
                  <a:srgbClr val="69639c"/>
                </a:solidFill>
                <a:round/>
              </a:ln>
            </p:spPr>
          </p:cxnSp>
          <p:cxnSp>
            <p:nvCxnSpPr>
              <p:cNvPr id="375" name="Google Shape;71;g3e0edb04fb1_0_194"/>
              <p:cNvCxnSpPr/>
              <p:nvPr/>
            </p:nvCxnSpPr>
            <p:spPr>
              <a:xfrm>
                <a:off x="-776880" y="4868640"/>
                <a:ext cx="965520" cy="360"/>
              </a:xfrm>
              <a:prstGeom prst="straightConnector1">
                <a:avLst/>
              </a:prstGeom>
              <a:ln w="9525">
                <a:solidFill>
                  <a:srgbClr val="69639c"/>
                </a:solidFill>
                <a:round/>
              </a:ln>
            </p:spPr>
          </p:cxnSp>
          <p:cxnSp>
            <p:nvCxnSpPr>
              <p:cNvPr id="376" name="Google Shape;72;g3e0edb04fb1_0_194"/>
              <p:cNvCxnSpPr/>
              <p:nvPr/>
            </p:nvCxnSpPr>
            <p:spPr>
              <a:xfrm>
                <a:off x="-776880" y="4937040"/>
                <a:ext cx="965520" cy="360"/>
              </a:xfrm>
              <a:prstGeom prst="straightConnector1">
                <a:avLst/>
              </a:prstGeom>
              <a:ln w="9525">
                <a:solidFill>
                  <a:srgbClr val="69639c"/>
                </a:solidFill>
                <a:round/>
              </a:ln>
            </p:spPr>
          </p:cxnSp>
          <p:cxnSp>
            <p:nvCxnSpPr>
              <p:cNvPr id="377" name="Google Shape;73;g3e0edb04fb1_0_194"/>
              <p:cNvCxnSpPr/>
              <p:nvPr/>
            </p:nvCxnSpPr>
            <p:spPr>
              <a:xfrm>
                <a:off x="-776880" y="5005440"/>
                <a:ext cx="965520" cy="360"/>
              </a:xfrm>
              <a:prstGeom prst="straightConnector1">
                <a:avLst/>
              </a:prstGeom>
              <a:ln w="9525">
                <a:solidFill>
                  <a:srgbClr val="69639c"/>
                </a:solidFill>
                <a:round/>
              </a:ln>
            </p:spPr>
          </p:cxnSp>
          <p:cxnSp>
            <p:nvCxnSpPr>
              <p:cNvPr id="378" name="Google Shape;74;g3e0edb04fb1_0_194"/>
              <p:cNvCxnSpPr/>
              <p:nvPr/>
            </p:nvCxnSpPr>
            <p:spPr>
              <a:xfrm>
                <a:off x="-776880" y="5073840"/>
                <a:ext cx="965520" cy="360"/>
              </a:xfrm>
              <a:prstGeom prst="straightConnector1">
                <a:avLst/>
              </a:prstGeom>
              <a:ln w="9525">
                <a:solidFill>
                  <a:srgbClr val="69639c"/>
                </a:solidFill>
                <a:round/>
              </a:ln>
            </p:spPr>
          </p:cxnSp>
        </p:grpSp>
      </p:grpSp>
      <p:grpSp>
        <p:nvGrpSpPr>
          <p:cNvPr id="379" name="Google Shape;75;g3e0edb04fb1_0_194"/>
          <p:cNvGrpSpPr/>
          <p:nvPr/>
        </p:nvGrpSpPr>
        <p:grpSpPr>
          <a:xfrm>
            <a:off x="-142200" y="-168480"/>
            <a:ext cx="7918560" cy="2888280"/>
            <a:chOff x="-142200" y="-168480"/>
            <a:chExt cx="7918560" cy="2888280"/>
          </a:xfrm>
        </p:grpSpPr>
        <p:sp>
          <p:nvSpPr>
            <p:cNvPr id="380" name="Google Shape;76;g3e0edb04fb1_0_194"/>
            <p:cNvSpPr/>
            <p:nvPr/>
          </p:nvSpPr>
          <p:spPr>
            <a:xfrm rot="10800000">
              <a:off x="7736760" y="-16848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81" name="Google Shape;77;g3e0edb04fb1_0_194"/>
            <p:cNvSpPr/>
            <p:nvPr/>
          </p:nvSpPr>
          <p:spPr>
            <a:xfrm rot="5400000">
              <a:off x="58320" y="247968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382" name="Google Shape;78;g3e0edb04fb1_0_194"/>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38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386" name="Google Shape;85;g3e0edb04fb1_0_228"/>
          <p:cNvGrpSpPr/>
          <p:nvPr/>
        </p:nvGrpSpPr>
        <p:grpSpPr>
          <a:xfrm>
            <a:off x="188640" y="2438640"/>
            <a:ext cx="8669160" cy="1310760"/>
            <a:chOff x="188640" y="2438640"/>
            <a:chExt cx="8669160" cy="1310760"/>
          </a:xfrm>
        </p:grpSpPr>
        <p:sp>
          <p:nvSpPr>
            <p:cNvPr id="387" name="Google Shape;86;g3e0edb04fb1_0_228"/>
            <p:cNvSpPr/>
            <p:nvPr/>
          </p:nvSpPr>
          <p:spPr>
            <a:xfrm rot="10800000">
              <a:off x="8615880" y="2983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88" name="Google Shape;87;g3e0edb04fb1_0_228"/>
            <p:cNvSpPr/>
            <p:nvPr/>
          </p:nvSpPr>
          <p:spPr>
            <a:xfrm rot="10800000">
              <a:off x="8814960" y="24386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389" name="Google Shape;88;g3e0edb04fb1_0_228"/>
            <p:cNvGrpSpPr/>
            <p:nvPr/>
          </p:nvGrpSpPr>
          <p:grpSpPr>
            <a:xfrm>
              <a:off x="188640" y="2983680"/>
              <a:ext cx="206640" cy="765720"/>
              <a:chOff x="188640" y="2983680"/>
              <a:chExt cx="206640" cy="765720"/>
            </a:xfrm>
          </p:grpSpPr>
          <p:sp>
            <p:nvSpPr>
              <p:cNvPr id="390" name="Google Shape;89;g3e0edb04fb1_0_228"/>
              <p:cNvSpPr/>
              <p:nvPr/>
            </p:nvSpPr>
            <p:spPr>
              <a:xfrm rot="10800000">
                <a:off x="188640" y="2983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91" name="Google Shape;90;g3e0edb04fb1_0_228"/>
              <p:cNvSpPr/>
              <p:nvPr/>
            </p:nvSpPr>
            <p:spPr>
              <a:xfrm rot="10800000">
                <a:off x="352440" y="327492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392" name="Google Shape;91;g3e0edb04fb1_0_228"/>
          <p:cNvGrpSpPr/>
          <p:nvPr/>
        </p:nvGrpSpPr>
        <p:grpSpPr>
          <a:xfrm>
            <a:off x="-2836080" y="0"/>
            <a:ext cx="12295080" cy="7634160"/>
            <a:chOff x="-2836080" y="0"/>
            <a:chExt cx="12295080" cy="7634160"/>
          </a:xfrm>
        </p:grpSpPr>
        <p:sp>
          <p:nvSpPr>
            <p:cNvPr id="393" name="Google Shape;92;g3e0edb04fb1_0_228"/>
            <p:cNvSpPr/>
            <p:nvPr/>
          </p:nvSpPr>
          <p:spPr>
            <a:xfrm flipH="1">
              <a:off x="-2836440" y="0"/>
              <a:ext cx="3174120" cy="5036040"/>
            </a:xfrm>
            <a:custGeom>
              <a:avLst/>
              <a:gdLst>
                <a:gd name="textAreaLeft" fmla="*/ 360 w 3174120"/>
                <a:gd name="textAreaRight" fmla="*/ 3174840 w 3174120"/>
                <a:gd name="textAreaTop" fmla="*/ 0 h 5036040"/>
                <a:gd name="textAreaBottom" fmla="*/ 5036400 h 5036040"/>
              </a:gdLst>
              <a:ahLst/>
              <a:rect l="textAreaLeft" t="textAreaTop" r="textAreaRight" b="textAreaBottom"/>
              <a:pathLst>
                <a:path w="83338" h="132226">
                  <a:moveTo>
                    <a:pt x="0" y="0"/>
                  </a:moveTo>
                  <a:lnTo>
                    <a:pt x="0" y="30327"/>
                  </a:lnTo>
                  <a:lnTo>
                    <a:pt x="43914" y="74240"/>
                  </a:lnTo>
                  <a:lnTo>
                    <a:pt x="43914" y="105053"/>
                  </a:lnTo>
                  <a:lnTo>
                    <a:pt x="83338" y="127814"/>
                  </a:lnTo>
                  <a:lnTo>
                    <a:pt x="80791" y="132226"/>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394" name="Google Shape;93;g3e0edb04fb1_0_228"/>
            <p:cNvGrpSpPr/>
            <p:nvPr/>
          </p:nvGrpSpPr>
          <p:grpSpPr>
            <a:xfrm>
              <a:off x="29520" y="1468080"/>
              <a:ext cx="492840" cy="356760"/>
              <a:chOff x="29520" y="1468080"/>
              <a:chExt cx="492840" cy="356760"/>
            </a:xfrm>
          </p:grpSpPr>
          <p:sp>
            <p:nvSpPr>
              <p:cNvPr id="395" name="Google Shape;94;g3e0edb04fb1_0_228"/>
              <p:cNvSpPr/>
              <p:nvPr/>
            </p:nvSpPr>
            <p:spPr>
              <a:xfrm>
                <a:off x="29520" y="146808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00cada"/>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396" name="Google Shape;95;g3e0edb04fb1_0_228"/>
              <p:cNvSpPr/>
              <p:nvPr/>
            </p:nvSpPr>
            <p:spPr>
              <a:xfrm>
                <a:off x="345600" y="165024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00cada"/>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397" name="Google Shape;96;g3e0edb04fb1_0_228"/>
            <p:cNvSpPr/>
            <p:nvPr/>
          </p:nvSpPr>
          <p:spPr>
            <a:xfrm>
              <a:off x="8213040" y="3553200"/>
              <a:ext cx="1245960" cy="4080960"/>
            </a:xfrm>
            <a:custGeom>
              <a:avLst/>
              <a:gdLst>
                <a:gd name="textAreaLeft" fmla="*/ 0 w 1245960"/>
                <a:gd name="textAreaRight" fmla="*/ 1246320 w 1245960"/>
                <a:gd name="textAreaTop" fmla="*/ 0 h 4080960"/>
                <a:gd name="textAreaBottom" fmla="*/ 4081320 h 4080960"/>
              </a:gdLst>
              <a:ahLst/>
              <a:rect l="textAreaLeft" t="textAreaTop" r="textAreaRight" b="textAreaBottom"/>
              <a:pathLst>
                <a:path w="34816" h="114031">
                  <a:moveTo>
                    <a:pt x="18318" y="0"/>
                  </a:moveTo>
                  <a:lnTo>
                    <a:pt x="18318" y="9948"/>
                  </a:lnTo>
                  <a:lnTo>
                    <a:pt x="0" y="28265"/>
                  </a:lnTo>
                  <a:lnTo>
                    <a:pt x="0" y="48039"/>
                  </a:lnTo>
                  <a:lnTo>
                    <a:pt x="10736" y="58775"/>
                  </a:lnTo>
                  <a:lnTo>
                    <a:pt x="34816" y="58775"/>
                  </a:lnTo>
                  <a:lnTo>
                    <a:pt x="34816" y="114031"/>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398" name="Google Shape;97;g3e0edb04fb1_0_228"/>
            <p:cNvGrpSpPr/>
            <p:nvPr/>
          </p:nvGrpSpPr>
          <p:grpSpPr>
            <a:xfrm>
              <a:off x="8212680" y="4701960"/>
              <a:ext cx="965520" cy="273600"/>
              <a:chOff x="8212680" y="4701960"/>
              <a:chExt cx="965520" cy="273600"/>
            </a:xfrm>
          </p:grpSpPr>
          <p:cxnSp>
            <p:nvCxnSpPr>
              <p:cNvPr id="399" name="Google Shape;98;g3e0edb04fb1_0_228"/>
              <p:cNvCxnSpPr/>
              <p:nvPr/>
            </p:nvCxnSpPr>
            <p:spPr>
              <a:xfrm flipH="1">
                <a:off x="8212680" y="4701960"/>
                <a:ext cx="965880" cy="360"/>
              </a:xfrm>
              <a:prstGeom prst="straightConnector1">
                <a:avLst/>
              </a:prstGeom>
              <a:ln w="9525">
                <a:solidFill>
                  <a:srgbClr val="69639c"/>
                </a:solidFill>
                <a:round/>
              </a:ln>
            </p:spPr>
          </p:cxnSp>
          <p:cxnSp>
            <p:nvCxnSpPr>
              <p:cNvPr id="400" name="Google Shape;99;g3e0edb04fb1_0_228"/>
              <p:cNvCxnSpPr/>
              <p:nvPr/>
            </p:nvCxnSpPr>
            <p:spPr>
              <a:xfrm flipH="1">
                <a:off x="8212680" y="4770360"/>
                <a:ext cx="965880" cy="360"/>
              </a:xfrm>
              <a:prstGeom prst="straightConnector1">
                <a:avLst/>
              </a:prstGeom>
              <a:ln w="9525">
                <a:solidFill>
                  <a:srgbClr val="69639c"/>
                </a:solidFill>
                <a:round/>
              </a:ln>
            </p:spPr>
          </p:cxnSp>
          <p:cxnSp>
            <p:nvCxnSpPr>
              <p:cNvPr id="401" name="Google Shape;100;g3e0edb04fb1_0_228"/>
              <p:cNvCxnSpPr/>
              <p:nvPr/>
            </p:nvCxnSpPr>
            <p:spPr>
              <a:xfrm flipH="1">
                <a:off x="8212680" y="4838760"/>
                <a:ext cx="965880" cy="360"/>
              </a:xfrm>
              <a:prstGeom prst="straightConnector1">
                <a:avLst/>
              </a:prstGeom>
              <a:ln w="9525">
                <a:solidFill>
                  <a:srgbClr val="69639c"/>
                </a:solidFill>
                <a:round/>
              </a:ln>
            </p:spPr>
          </p:cxnSp>
          <p:cxnSp>
            <p:nvCxnSpPr>
              <p:cNvPr id="402" name="Google Shape;101;g3e0edb04fb1_0_228"/>
              <p:cNvCxnSpPr/>
              <p:nvPr/>
            </p:nvCxnSpPr>
            <p:spPr>
              <a:xfrm flipH="1">
                <a:off x="8212680" y="4907160"/>
                <a:ext cx="965880" cy="360"/>
              </a:xfrm>
              <a:prstGeom prst="straightConnector1">
                <a:avLst/>
              </a:prstGeom>
              <a:ln w="9525">
                <a:solidFill>
                  <a:srgbClr val="69639c"/>
                </a:solidFill>
                <a:round/>
              </a:ln>
            </p:spPr>
          </p:cxnSp>
          <p:cxnSp>
            <p:nvCxnSpPr>
              <p:cNvPr id="403" name="Google Shape;102;g3e0edb04fb1_0_228"/>
              <p:cNvCxnSpPr/>
              <p:nvPr/>
            </p:nvCxnSpPr>
            <p:spPr>
              <a:xfrm flipH="1">
                <a:off x="8212680" y="4975560"/>
                <a:ext cx="965880" cy="360"/>
              </a:xfrm>
              <a:prstGeom prst="straightConnector1">
                <a:avLst/>
              </a:prstGeom>
              <a:ln w="9525">
                <a:solidFill>
                  <a:srgbClr val="69639c"/>
                </a:solidFill>
                <a:round/>
              </a:ln>
            </p:spPr>
          </p:cxnSp>
        </p:grpSp>
      </p:grpSp>
      <p:grpSp>
        <p:nvGrpSpPr>
          <p:cNvPr id="404" name="Google Shape;103;g3e0edb04fb1_0_228"/>
          <p:cNvGrpSpPr/>
          <p:nvPr/>
        </p:nvGrpSpPr>
        <p:grpSpPr>
          <a:xfrm>
            <a:off x="343440" y="2525040"/>
            <a:ext cx="8713080" cy="1946160"/>
            <a:chOff x="343440" y="2525040"/>
            <a:chExt cx="8713080" cy="1946160"/>
          </a:xfrm>
        </p:grpSpPr>
        <p:sp>
          <p:nvSpPr>
            <p:cNvPr id="405" name="Google Shape;104;g3e0edb04fb1_0_228"/>
            <p:cNvSpPr/>
            <p:nvPr/>
          </p:nvSpPr>
          <p:spPr>
            <a:xfrm rot="5400000">
              <a:off x="8816400" y="423108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06" name="Google Shape;105;g3e0edb04fb1_0_228"/>
            <p:cNvSpPr/>
            <p:nvPr/>
          </p:nvSpPr>
          <p:spPr>
            <a:xfrm rot="10800000">
              <a:off x="343440" y="252504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407" name="Google Shape;106;g3e0edb04fb1_0_228"/>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41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412" name="Google Shape;109;g3e0edb04fb1_0_256"/>
          <p:cNvGrpSpPr/>
          <p:nvPr/>
        </p:nvGrpSpPr>
        <p:grpSpPr>
          <a:xfrm>
            <a:off x="-918000" y="-1192680"/>
            <a:ext cx="9848520" cy="7993440"/>
            <a:chOff x="-918000" y="-1192680"/>
            <a:chExt cx="9848520" cy="7993440"/>
          </a:xfrm>
        </p:grpSpPr>
        <p:grpSp>
          <p:nvGrpSpPr>
            <p:cNvPr id="413" name="Google Shape;110;g3e0edb04fb1_0_256"/>
            <p:cNvGrpSpPr/>
            <p:nvPr/>
          </p:nvGrpSpPr>
          <p:grpSpPr>
            <a:xfrm>
              <a:off x="-918000" y="4603680"/>
              <a:ext cx="3262680" cy="2197080"/>
              <a:chOff x="-918000" y="4603680"/>
              <a:chExt cx="3262680" cy="2197080"/>
            </a:xfrm>
          </p:grpSpPr>
          <p:cxnSp>
            <p:nvCxnSpPr>
              <p:cNvPr id="414" name="Google Shape;111;g3e0edb04fb1_0_256"/>
              <p:cNvCxnSpPr/>
              <p:nvPr/>
            </p:nvCxnSpPr>
            <p:spPr>
              <a:xfrm flipH="1">
                <a:off x="-918000" y="6800760"/>
                <a:ext cx="3263040" cy="360"/>
              </a:xfrm>
              <a:prstGeom prst="straightConnector1">
                <a:avLst/>
              </a:prstGeom>
              <a:ln w="9525">
                <a:solidFill>
                  <a:srgbClr val="69639c"/>
                </a:solidFill>
                <a:round/>
              </a:ln>
            </p:spPr>
          </p:cxnSp>
          <p:cxnSp>
            <p:nvCxnSpPr>
              <p:cNvPr id="415" name="Google Shape;112;g3e0edb04fb1_0_256"/>
              <p:cNvCxnSpPr/>
              <p:nvPr/>
            </p:nvCxnSpPr>
            <p:spPr>
              <a:xfrm flipV="1">
                <a:off x="713160" y="4788360"/>
                <a:ext cx="391320" cy="380160"/>
              </a:xfrm>
              <a:prstGeom prst="straightConnector1">
                <a:avLst/>
              </a:prstGeom>
              <a:ln w="9525">
                <a:solidFill>
                  <a:srgbClr val="69639c"/>
                </a:solidFill>
                <a:round/>
              </a:ln>
            </p:spPr>
          </p:cxnSp>
          <p:sp>
            <p:nvSpPr>
              <p:cNvPr id="416" name="Google Shape;113;g3e0edb04fb1_0_256"/>
              <p:cNvSpPr/>
              <p:nvPr/>
            </p:nvSpPr>
            <p:spPr>
              <a:xfrm flipV="1" rot="16200000">
                <a:off x="1070640" y="4604400"/>
                <a:ext cx="211320" cy="209160"/>
              </a:xfrm>
              <a:custGeom>
                <a:avLst/>
                <a:gdLst>
                  <a:gd name="textAreaLeft" fmla="*/ 0 w 211320"/>
                  <a:gd name="textAreaRight" fmla="*/ 211680 w 211320"/>
                  <a:gd name="textAreaTop" fmla="*/ -360 h 209160"/>
                  <a:gd name="textAreaBottom" fmla="*/ 209160 h 209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17" name="Google Shape;114;g3e0edb04fb1_0_256"/>
            <p:cNvGrpSpPr/>
            <p:nvPr/>
          </p:nvGrpSpPr>
          <p:grpSpPr>
            <a:xfrm>
              <a:off x="6549120" y="-95040"/>
              <a:ext cx="2381400" cy="750240"/>
              <a:chOff x="6549120" y="-95040"/>
              <a:chExt cx="2381400" cy="750240"/>
            </a:xfrm>
          </p:grpSpPr>
          <p:grpSp>
            <p:nvGrpSpPr>
              <p:cNvPr id="418" name="Google Shape;115;g3e0edb04fb1_0_256"/>
              <p:cNvGrpSpPr/>
              <p:nvPr/>
            </p:nvGrpSpPr>
            <p:grpSpPr>
              <a:xfrm>
                <a:off x="8573760" y="162000"/>
                <a:ext cx="356760" cy="493200"/>
                <a:chOff x="8573760" y="162000"/>
                <a:chExt cx="356760" cy="493200"/>
              </a:xfrm>
            </p:grpSpPr>
            <p:sp>
              <p:nvSpPr>
                <p:cNvPr id="419" name="Google Shape;116;g3e0edb04fb1_0_256"/>
                <p:cNvSpPr/>
                <p:nvPr/>
              </p:nvSpPr>
              <p:spPr>
                <a:xfrm rot="5400000">
                  <a:off x="8658000" y="23652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solidFill>
                  <a:schemeClr val="lt2"/>
                </a:solid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20" name="Google Shape;117;g3e0edb04fb1_0_256"/>
                <p:cNvSpPr/>
                <p:nvPr/>
              </p:nvSpPr>
              <p:spPr>
                <a:xfrm rot="5400000">
                  <a:off x="8572680" y="47952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421" name="Google Shape;118;g3e0edb04fb1_0_256"/>
              <p:cNvSpPr/>
              <p:nvPr/>
            </p:nvSpPr>
            <p:spPr>
              <a:xfrm>
                <a:off x="6549120" y="-95040"/>
                <a:ext cx="2381040" cy="429120"/>
              </a:xfrm>
              <a:custGeom>
                <a:avLst/>
                <a:gdLst>
                  <a:gd name="textAreaLeft" fmla="*/ 0 w 2381040"/>
                  <a:gd name="textAreaRight" fmla="*/ 2381400 w 2381040"/>
                  <a:gd name="textAreaTop" fmla="*/ 0 h 429120"/>
                  <a:gd name="textAreaBottom" fmla="*/ 429480 h 429120"/>
                </a:gdLst>
                <a:ahLst/>
                <a:rect l="textAreaLeft" t="textAreaTop" r="textAreaRight" b="textAreaBottom"/>
                <a:pathLst>
                  <a:path w="95259" h="17185">
                    <a:moveTo>
                      <a:pt x="0" y="2455"/>
                    </a:moveTo>
                    <a:lnTo>
                      <a:pt x="14731" y="17185"/>
                    </a:lnTo>
                    <a:lnTo>
                      <a:pt x="65552" y="17185"/>
                    </a:lnTo>
                    <a:lnTo>
                      <a:pt x="72303" y="10434"/>
                    </a:lnTo>
                    <a:lnTo>
                      <a:pt x="95259" y="10434"/>
                    </a:lnTo>
                    <a:lnTo>
                      <a:pt x="95259" y="0"/>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grpSp>
          <p:nvGrpSpPr>
            <p:cNvPr id="422" name="Google Shape;119;g3e0edb04fb1_0_256"/>
            <p:cNvGrpSpPr/>
            <p:nvPr/>
          </p:nvGrpSpPr>
          <p:grpSpPr>
            <a:xfrm>
              <a:off x="7524720" y="-1192680"/>
              <a:ext cx="273240" cy="1530000"/>
              <a:chOff x="7524720" y="-1192680"/>
              <a:chExt cx="273240" cy="1530000"/>
            </a:xfrm>
          </p:grpSpPr>
          <p:cxnSp>
            <p:nvCxnSpPr>
              <p:cNvPr id="423" name="Google Shape;120;g3e0edb04fb1_0_256"/>
              <p:cNvCxnSpPr/>
              <p:nvPr/>
            </p:nvCxnSpPr>
            <p:spPr>
              <a:xfrm>
                <a:off x="7797960" y="-1192680"/>
                <a:ext cx="360" cy="1530360"/>
              </a:xfrm>
              <a:prstGeom prst="straightConnector1">
                <a:avLst/>
              </a:prstGeom>
              <a:ln w="9525">
                <a:solidFill>
                  <a:srgbClr val="69639c"/>
                </a:solidFill>
                <a:round/>
              </a:ln>
            </p:spPr>
          </p:cxnSp>
          <p:cxnSp>
            <p:nvCxnSpPr>
              <p:cNvPr id="424" name="Google Shape;121;g3e0edb04fb1_0_256"/>
              <p:cNvCxnSpPr/>
              <p:nvPr/>
            </p:nvCxnSpPr>
            <p:spPr>
              <a:xfrm>
                <a:off x="7729560" y="-1192680"/>
                <a:ext cx="360" cy="1530360"/>
              </a:xfrm>
              <a:prstGeom prst="straightConnector1">
                <a:avLst/>
              </a:prstGeom>
              <a:ln w="9525">
                <a:solidFill>
                  <a:srgbClr val="69639c"/>
                </a:solidFill>
                <a:round/>
              </a:ln>
            </p:spPr>
          </p:cxnSp>
          <p:cxnSp>
            <p:nvCxnSpPr>
              <p:cNvPr id="425" name="Google Shape;122;g3e0edb04fb1_0_256"/>
              <p:cNvCxnSpPr/>
              <p:nvPr/>
            </p:nvCxnSpPr>
            <p:spPr>
              <a:xfrm>
                <a:off x="7661160" y="-1192680"/>
                <a:ext cx="360" cy="1530360"/>
              </a:xfrm>
              <a:prstGeom prst="straightConnector1">
                <a:avLst/>
              </a:prstGeom>
              <a:ln w="9525">
                <a:solidFill>
                  <a:srgbClr val="69639c"/>
                </a:solidFill>
                <a:round/>
              </a:ln>
            </p:spPr>
          </p:cxnSp>
          <p:cxnSp>
            <p:nvCxnSpPr>
              <p:cNvPr id="426" name="Google Shape;123;g3e0edb04fb1_0_256"/>
              <p:cNvCxnSpPr/>
              <p:nvPr/>
            </p:nvCxnSpPr>
            <p:spPr>
              <a:xfrm>
                <a:off x="7593120" y="-1192680"/>
                <a:ext cx="360" cy="1530360"/>
              </a:xfrm>
              <a:prstGeom prst="straightConnector1">
                <a:avLst/>
              </a:prstGeom>
              <a:ln w="9525">
                <a:solidFill>
                  <a:srgbClr val="69639c"/>
                </a:solidFill>
                <a:round/>
              </a:ln>
            </p:spPr>
          </p:cxnSp>
          <p:cxnSp>
            <p:nvCxnSpPr>
              <p:cNvPr id="427" name="Google Shape;124;g3e0edb04fb1_0_256"/>
              <p:cNvCxnSpPr/>
              <p:nvPr/>
            </p:nvCxnSpPr>
            <p:spPr>
              <a:xfrm>
                <a:off x="7524720" y="-1192680"/>
                <a:ext cx="360" cy="1530360"/>
              </a:xfrm>
              <a:prstGeom prst="straightConnector1">
                <a:avLst/>
              </a:prstGeom>
              <a:ln w="9525">
                <a:solidFill>
                  <a:srgbClr val="69639c"/>
                </a:solidFill>
                <a:round/>
              </a:ln>
            </p:spPr>
          </p:cxnSp>
        </p:grpSp>
      </p:grpSp>
      <p:grpSp>
        <p:nvGrpSpPr>
          <p:cNvPr id="428" name="Google Shape;125;g3e0edb04fb1_0_256"/>
          <p:cNvGrpSpPr/>
          <p:nvPr/>
        </p:nvGrpSpPr>
        <p:grpSpPr>
          <a:xfrm>
            <a:off x="302400" y="1262880"/>
            <a:ext cx="9110520" cy="3563280"/>
            <a:chOff x="302400" y="1262880"/>
            <a:chExt cx="9110520" cy="3563280"/>
          </a:xfrm>
        </p:grpSpPr>
        <p:grpSp>
          <p:nvGrpSpPr>
            <p:cNvPr id="429" name="Google Shape;126;g3e0edb04fb1_0_256"/>
            <p:cNvGrpSpPr/>
            <p:nvPr/>
          </p:nvGrpSpPr>
          <p:grpSpPr>
            <a:xfrm>
              <a:off x="302400" y="3666600"/>
              <a:ext cx="247320" cy="1159560"/>
              <a:chOff x="302400" y="3666600"/>
              <a:chExt cx="247320" cy="1159560"/>
            </a:xfrm>
          </p:grpSpPr>
          <p:sp>
            <p:nvSpPr>
              <p:cNvPr id="430" name="Google Shape;127;g3e0edb04fb1_0_256"/>
              <p:cNvSpPr/>
              <p:nvPr/>
            </p:nvSpPr>
            <p:spPr>
              <a:xfrm rot="10800000">
                <a:off x="506880" y="366660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31" name="Google Shape;128;g3e0edb04fb1_0_256"/>
              <p:cNvSpPr/>
              <p:nvPr/>
            </p:nvSpPr>
            <p:spPr>
              <a:xfrm>
                <a:off x="302400" y="399888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32" name="Google Shape;129;g3e0edb04fb1_0_256"/>
            <p:cNvGrpSpPr/>
            <p:nvPr/>
          </p:nvGrpSpPr>
          <p:grpSpPr>
            <a:xfrm>
              <a:off x="8578080" y="1262880"/>
              <a:ext cx="834840" cy="226440"/>
              <a:chOff x="8578080" y="1262880"/>
              <a:chExt cx="834840" cy="226440"/>
            </a:xfrm>
          </p:grpSpPr>
          <p:sp>
            <p:nvSpPr>
              <p:cNvPr id="433" name="Google Shape;130;g3e0edb04fb1_0_256"/>
              <p:cNvSpPr/>
              <p:nvPr/>
            </p:nvSpPr>
            <p:spPr>
              <a:xfrm rot="5400000">
                <a:off x="9154080" y="12304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34" name="Google Shape;131;g3e0edb04fb1_0_256"/>
              <p:cNvSpPr/>
              <p:nvPr/>
            </p:nvSpPr>
            <p:spPr>
              <a:xfrm rot="16200000">
                <a:off x="8954280" y="88668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435" name="Google Shape;132;g3e0edb04fb1_0_256"/>
          <p:cNvGrpSpPr/>
          <p:nvPr/>
        </p:nvGrpSpPr>
        <p:grpSpPr>
          <a:xfrm>
            <a:off x="597600" y="977760"/>
            <a:ext cx="8723160" cy="3964680"/>
            <a:chOff x="597600" y="977760"/>
            <a:chExt cx="8723160" cy="3964680"/>
          </a:xfrm>
        </p:grpSpPr>
        <p:sp>
          <p:nvSpPr>
            <p:cNvPr id="436" name="Google Shape;133;g3e0edb04fb1_0_256"/>
            <p:cNvSpPr/>
            <p:nvPr/>
          </p:nvSpPr>
          <p:spPr>
            <a:xfrm rot="5400000">
              <a:off x="9080640" y="77724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37" name="Google Shape;134;g3e0edb04fb1_0_256"/>
            <p:cNvSpPr/>
            <p:nvPr/>
          </p:nvSpPr>
          <p:spPr>
            <a:xfrm rot="10800000">
              <a:off x="597600" y="450180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438" name="Google Shape;135;g3e0edb04fb1_0_256"/>
          <p:cNvSpPr/>
          <p:nvPr/>
        </p:nvSpPr>
        <p:spPr>
          <a:xfrm rot="16200000">
            <a:off x="507240" y="632880"/>
            <a:ext cx="227880" cy="196920"/>
          </a:xfrm>
          <a:prstGeom prst="flowChartMerge">
            <a:avLst/>
          </a:prstGeom>
          <a:solidFill>
            <a:schemeClr val="lt1"/>
          </a:solidFill>
          <a:ln w="0">
            <a:noFill/>
          </a:ln>
        </p:spPr>
        <p:style>
          <a:lnRef idx="0"/>
          <a:fillRef idx="0"/>
          <a:effectRef idx="0"/>
          <a:fontRef idx="minor"/>
        </p:style>
        <p:txBody>
          <a:bodyPr tIns="49320" bIns="49320" anchor="ctr">
            <a:noAutofit/>
          </a:bodyPr>
          <a:p>
            <a:pPr>
              <a:lnSpc>
                <a:spcPct val="100000"/>
              </a:lnSpc>
              <a:tabLst>
                <a:tab algn="l" pos="0"/>
              </a:tabLst>
            </a:pPr>
            <a:endParaRPr b="0" lang="en-IN" sz="1400" spc="-1" strike="noStrike">
              <a:solidFill>
                <a:srgbClr val="000000"/>
              </a:solidFill>
              <a:latin typeface="Arial"/>
              <a:ea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440" name="PlaceHolder 1"/>
          <p:cNvSpPr>
            <a:spLocks noGrp="1"/>
          </p:cNvSpPr>
          <p:nvPr>
            <p:ph type="title"/>
          </p:nvPr>
        </p:nvSpPr>
        <p:spPr>
          <a:xfrm>
            <a:off x="1782720" y="711720"/>
            <a:ext cx="2892960" cy="904320"/>
          </a:xfrm>
          <a:prstGeom prst="rect">
            <a:avLst/>
          </a:prstGeom>
          <a:noFill/>
          <a:ln w="0">
            <a:noFill/>
          </a:ln>
        </p:spPr>
        <p:txBody>
          <a:bodyPr lIns="91440" rIns="91440" tIns="91440" bIns="91440" anchor="b">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sp>
        <p:nvSpPr>
          <p:cNvPr id="441" name="PlaceHolder 2"/>
          <p:cNvSpPr>
            <a:spLocks noGrp="1"/>
          </p:cNvSpPr>
          <p:nvPr>
            <p:ph type="body"/>
          </p:nvPr>
        </p:nvSpPr>
        <p:spPr>
          <a:xfrm>
            <a:off x="4752000" y="824040"/>
            <a:ext cx="2786760" cy="3557880"/>
          </a:xfrm>
          <a:prstGeom prst="rect">
            <a:avLst/>
          </a:prstGeom>
          <a:noFill/>
          <a:ln w="0">
            <a:noFill/>
          </a:ln>
        </p:spPr>
        <p:txBody>
          <a:bodyPr lIns="90000" rIns="90000" tIns="45000" bIns="45000" anchor="t">
            <a:normAutofit fontScale="25000" lnSpcReduction="10000"/>
          </a:bodyPr>
          <a:p>
            <a:pPr marL="432000" indent="-324000">
              <a:spcBef>
                <a:spcPts val="1417"/>
              </a:spcBef>
              <a:buClr>
                <a:srgbClr val="ffffff"/>
              </a:buClr>
              <a:buSzPct val="45000"/>
              <a:buFont typeface="Wingdings" charset="2"/>
              <a:buChar char=""/>
            </a:pPr>
            <a:r>
              <a:rPr b="0" lang="en-IN" sz="1800" spc="-1" strike="noStrike">
                <a:solidFill>
                  <a:srgbClr val="000000"/>
                </a:solidFill>
                <a:latin typeface="Arial"/>
              </a:rPr>
              <a:t>Click to edit the outline text format</a:t>
            </a:r>
            <a:endParaRPr b="0" lang="en-IN"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IN" sz="1800" spc="-1" strike="noStrike">
                <a:solidFill>
                  <a:srgbClr val="000000"/>
                </a:solidFill>
                <a:latin typeface="Arial"/>
              </a:rPr>
              <a:t>Fourth Outline Level</a:t>
            </a:r>
            <a:endParaRPr b="0" lang="en-IN"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IN" sz="1800" spc="-1" strike="noStrike">
                <a:solidFill>
                  <a:srgbClr val="000000"/>
                </a:solidFill>
                <a:latin typeface="Arial"/>
              </a:rPr>
              <a:t>Fifth Outline Level</a:t>
            </a:r>
            <a:endParaRPr b="0" lang="en-IN"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IN" sz="1800" spc="-1" strike="noStrike">
                <a:solidFill>
                  <a:srgbClr val="000000"/>
                </a:solidFill>
                <a:latin typeface="Arial"/>
              </a:rPr>
              <a:t>Sixth Outline Level</a:t>
            </a:r>
            <a:endParaRPr b="0" lang="en-IN"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IN" sz="1800" spc="-1" strike="noStrike">
                <a:solidFill>
                  <a:srgbClr val="000000"/>
                </a:solidFill>
                <a:latin typeface="Arial"/>
              </a:rPr>
              <a:t>Seventh Outline Level</a:t>
            </a:r>
            <a:endParaRPr b="0" lang="en-IN" sz="1800" spc="-1" strike="noStrike">
              <a:solidFill>
                <a:srgbClr val="000000"/>
              </a:solidFill>
              <a:latin typeface="Arial"/>
            </a:endParaRPr>
          </a:p>
        </p:txBody>
      </p:sp>
      <p:grpSp>
        <p:nvGrpSpPr>
          <p:cNvPr id="442" name="Google Shape;140;g3e0edb04fb1_0_285"/>
          <p:cNvGrpSpPr/>
          <p:nvPr/>
        </p:nvGrpSpPr>
        <p:grpSpPr>
          <a:xfrm>
            <a:off x="260280" y="195840"/>
            <a:ext cx="7049880" cy="4729680"/>
            <a:chOff x="260280" y="195840"/>
            <a:chExt cx="7049880" cy="4729680"/>
          </a:xfrm>
        </p:grpSpPr>
        <p:grpSp>
          <p:nvGrpSpPr>
            <p:cNvPr id="443" name="Google Shape;141;g3e0edb04fb1_0_285"/>
            <p:cNvGrpSpPr/>
            <p:nvPr/>
          </p:nvGrpSpPr>
          <p:grpSpPr>
            <a:xfrm>
              <a:off x="6441480" y="4748040"/>
              <a:ext cx="868680" cy="177480"/>
              <a:chOff x="6441480" y="4748040"/>
              <a:chExt cx="868680" cy="177480"/>
            </a:xfrm>
          </p:grpSpPr>
          <p:sp>
            <p:nvSpPr>
              <p:cNvPr id="444" name="Google Shape;142;g3e0edb04fb1_0_285"/>
              <p:cNvSpPr/>
              <p:nvPr/>
            </p:nvSpPr>
            <p:spPr>
              <a:xfrm rot="5400000">
                <a:off x="6657120" y="45320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45" name="Google Shape;143;g3e0edb04fb1_0_285"/>
              <p:cNvSpPr/>
              <p:nvPr/>
            </p:nvSpPr>
            <p:spPr>
              <a:xfrm rot="5400000">
                <a:off x="7051320" y="466668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46" name="Google Shape;144;g3e0edb04fb1_0_285"/>
            <p:cNvGrpSpPr/>
            <p:nvPr/>
          </p:nvGrpSpPr>
          <p:grpSpPr>
            <a:xfrm>
              <a:off x="260280" y="195840"/>
              <a:ext cx="177480" cy="686880"/>
              <a:chOff x="260280" y="195840"/>
              <a:chExt cx="177480" cy="686880"/>
            </a:xfrm>
          </p:grpSpPr>
          <p:sp>
            <p:nvSpPr>
              <p:cNvPr id="447" name="Google Shape;145;g3e0edb04fb1_0_285"/>
              <p:cNvSpPr/>
              <p:nvPr/>
            </p:nvSpPr>
            <p:spPr>
              <a:xfrm>
                <a:off x="260280" y="1958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48" name="Google Shape;146;g3e0edb04fb1_0_285"/>
              <p:cNvSpPr/>
              <p:nvPr/>
            </p:nvSpPr>
            <p:spPr>
              <a:xfrm>
                <a:off x="394920" y="40824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449" name="Google Shape;147;g3e0edb04fb1_0_285"/>
          <p:cNvGrpSpPr/>
          <p:nvPr/>
        </p:nvGrpSpPr>
        <p:grpSpPr>
          <a:xfrm>
            <a:off x="-867600" y="-315360"/>
            <a:ext cx="10098360" cy="5240880"/>
            <a:chOff x="-867600" y="-315360"/>
            <a:chExt cx="10098360" cy="5240880"/>
          </a:xfrm>
        </p:grpSpPr>
        <p:sp>
          <p:nvSpPr>
            <p:cNvPr id="450" name="Google Shape;148;g3e0edb04fb1_0_285"/>
            <p:cNvSpPr/>
            <p:nvPr/>
          </p:nvSpPr>
          <p:spPr>
            <a:xfrm>
              <a:off x="6756480" y="4613400"/>
              <a:ext cx="2474280" cy="312120"/>
            </a:xfrm>
            <a:custGeom>
              <a:avLst/>
              <a:gdLst>
                <a:gd name="textAreaLeft" fmla="*/ 0 w 2474280"/>
                <a:gd name="textAreaRight" fmla="*/ 2474640 w 2474280"/>
                <a:gd name="textAreaTop" fmla="*/ 0 h 312120"/>
                <a:gd name="textAreaBottom" fmla="*/ 312480 h 312120"/>
              </a:gdLst>
              <a:ahLst/>
              <a:rect l="textAreaLeft" t="textAreaTop" r="textAreaRight" b="textAreaBottom"/>
              <a:pathLst>
                <a:path w="98988" h="12495">
                  <a:moveTo>
                    <a:pt x="0" y="0"/>
                  </a:moveTo>
                  <a:lnTo>
                    <a:pt x="37363" y="0"/>
                  </a:lnTo>
                  <a:lnTo>
                    <a:pt x="49858" y="12495"/>
                  </a:lnTo>
                  <a:lnTo>
                    <a:pt x="98988" y="12495"/>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451" name="Google Shape;149;g3e0edb04fb1_0_285"/>
            <p:cNvGrpSpPr/>
            <p:nvPr/>
          </p:nvGrpSpPr>
          <p:grpSpPr>
            <a:xfrm>
              <a:off x="8499240" y="4431960"/>
              <a:ext cx="356760" cy="493200"/>
              <a:chOff x="8499240" y="4431960"/>
              <a:chExt cx="356760" cy="493200"/>
            </a:xfrm>
          </p:grpSpPr>
          <p:sp>
            <p:nvSpPr>
              <p:cNvPr id="452" name="Google Shape;150;g3e0edb04fb1_0_285"/>
              <p:cNvSpPr/>
              <p:nvPr/>
            </p:nvSpPr>
            <p:spPr>
              <a:xfrm flipV="1" rot="16200000">
                <a:off x="8583480" y="4652640"/>
                <a:ext cx="347040" cy="198000"/>
              </a:xfrm>
              <a:custGeom>
                <a:avLst/>
                <a:gdLst>
                  <a:gd name="textAreaLeft" fmla="*/ 0 w 347040"/>
                  <a:gd name="textAreaRight" fmla="*/ 347400 w 347040"/>
                  <a:gd name="textAreaTop" fmla="*/ 360 h 198000"/>
                  <a:gd name="textAreaBottom" fmla="*/ 198720 h 198000"/>
                </a:gdLst>
                <a:ahLst/>
                <a:rect l="textAreaLeft" t="textAreaTop" r="textAreaRight" b="textAreaBottom"/>
                <a:pathLst>
                  <a:path fill="none" w="4864" h="2777">
                    <a:moveTo>
                      <a:pt x="4863" y="2776"/>
                    </a:moveTo>
                    <a:lnTo>
                      <a:pt x="2051" y="0"/>
                    </a:lnTo>
                    <a:lnTo>
                      <a:pt x="0" y="0"/>
                    </a:lnTo>
                  </a:path>
                </a:pathLst>
              </a:custGeom>
              <a:no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53" name="Google Shape;151;g3e0edb04fb1_0_285"/>
              <p:cNvSpPr/>
              <p:nvPr/>
            </p:nvSpPr>
            <p:spPr>
              <a:xfrm flipV="1" rot="16200000">
                <a:off x="8498160" y="4432680"/>
                <a:ext cx="176760" cy="174600"/>
              </a:xfrm>
              <a:custGeom>
                <a:avLst/>
                <a:gdLst>
                  <a:gd name="textAreaLeft" fmla="*/ 0 w 176760"/>
                  <a:gd name="textAreaRight" fmla="*/ 177120 w 176760"/>
                  <a:gd name="textAreaTop" fmla="*/ -360 h 174600"/>
                  <a:gd name="textAreaBottom" fmla="*/ 17460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sp>
          <p:nvSpPr>
            <p:cNvPr id="454" name="Google Shape;152;g3e0edb04fb1_0_285"/>
            <p:cNvSpPr/>
            <p:nvPr/>
          </p:nvSpPr>
          <p:spPr>
            <a:xfrm>
              <a:off x="-174960" y="-315360"/>
              <a:ext cx="1913760" cy="4400280"/>
            </a:xfrm>
            <a:custGeom>
              <a:avLst/>
              <a:gdLst>
                <a:gd name="textAreaLeft" fmla="*/ 0 w 1913760"/>
                <a:gd name="textAreaRight" fmla="*/ 1914120 w 1913760"/>
                <a:gd name="textAreaTop" fmla="*/ 0 h 4400280"/>
                <a:gd name="textAreaBottom" fmla="*/ 4400640 h 4400280"/>
              </a:gdLst>
              <a:ahLst/>
              <a:rect l="textAreaLeft" t="textAreaTop" r="textAreaRight" b="textAreaBottom"/>
              <a:pathLst>
                <a:path w="55192" h="126889">
                  <a:moveTo>
                    <a:pt x="0" y="126889"/>
                  </a:moveTo>
                  <a:lnTo>
                    <a:pt x="24140" y="102749"/>
                  </a:lnTo>
                  <a:lnTo>
                    <a:pt x="24140" y="42943"/>
                  </a:lnTo>
                  <a:lnTo>
                    <a:pt x="55192" y="25015"/>
                  </a:lnTo>
                  <a:lnTo>
                    <a:pt x="55192" y="0"/>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nvGrpSpPr>
            <p:cNvPr id="455" name="Google Shape;153;g3e0edb04fb1_0_285"/>
            <p:cNvGrpSpPr/>
            <p:nvPr/>
          </p:nvGrpSpPr>
          <p:grpSpPr>
            <a:xfrm>
              <a:off x="662760" y="2962800"/>
              <a:ext cx="492840" cy="356760"/>
              <a:chOff x="662760" y="2962800"/>
              <a:chExt cx="492840" cy="356760"/>
            </a:xfrm>
          </p:grpSpPr>
          <p:sp>
            <p:nvSpPr>
              <p:cNvPr id="456" name="Google Shape;154;g3e0edb04fb1_0_285"/>
              <p:cNvSpPr/>
              <p:nvPr/>
            </p:nvSpPr>
            <p:spPr>
              <a:xfrm>
                <a:off x="662760" y="296280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no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57" name="Google Shape;155;g3e0edb04fb1_0_285"/>
              <p:cNvSpPr/>
              <p:nvPr/>
            </p:nvSpPr>
            <p:spPr>
              <a:xfrm>
                <a:off x="978840" y="314496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58" name="Google Shape;156;g3e0edb04fb1_0_285"/>
            <p:cNvGrpSpPr/>
            <p:nvPr/>
          </p:nvGrpSpPr>
          <p:grpSpPr>
            <a:xfrm>
              <a:off x="-867600" y="1747800"/>
              <a:ext cx="1529640" cy="273600"/>
              <a:chOff x="-867600" y="1747800"/>
              <a:chExt cx="1529640" cy="273600"/>
            </a:xfrm>
          </p:grpSpPr>
          <p:cxnSp>
            <p:nvCxnSpPr>
              <p:cNvPr id="459" name="Google Shape;157;g3e0edb04fb1_0_285"/>
              <p:cNvCxnSpPr/>
              <p:nvPr/>
            </p:nvCxnSpPr>
            <p:spPr>
              <a:xfrm>
                <a:off x="-867600" y="1747800"/>
                <a:ext cx="1530000" cy="360"/>
              </a:xfrm>
              <a:prstGeom prst="straightConnector1">
                <a:avLst/>
              </a:prstGeom>
              <a:ln w="9525">
                <a:solidFill>
                  <a:srgbClr val="69639c"/>
                </a:solidFill>
                <a:round/>
              </a:ln>
            </p:spPr>
          </p:cxnSp>
          <p:cxnSp>
            <p:nvCxnSpPr>
              <p:cNvPr id="460" name="Google Shape;158;g3e0edb04fb1_0_285"/>
              <p:cNvCxnSpPr/>
              <p:nvPr/>
            </p:nvCxnSpPr>
            <p:spPr>
              <a:xfrm>
                <a:off x="-867600" y="1816200"/>
                <a:ext cx="1530000" cy="360"/>
              </a:xfrm>
              <a:prstGeom prst="straightConnector1">
                <a:avLst/>
              </a:prstGeom>
              <a:ln w="9525">
                <a:solidFill>
                  <a:srgbClr val="69639c"/>
                </a:solidFill>
                <a:round/>
              </a:ln>
            </p:spPr>
          </p:cxnSp>
          <p:cxnSp>
            <p:nvCxnSpPr>
              <p:cNvPr id="461" name="Google Shape;159;g3e0edb04fb1_0_285"/>
              <p:cNvCxnSpPr/>
              <p:nvPr/>
            </p:nvCxnSpPr>
            <p:spPr>
              <a:xfrm>
                <a:off x="-867600" y="1884600"/>
                <a:ext cx="1530000" cy="360"/>
              </a:xfrm>
              <a:prstGeom prst="straightConnector1">
                <a:avLst/>
              </a:prstGeom>
              <a:ln w="9525">
                <a:solidFill>
                  <a:srgbClr val="69639c"/>
                </a:solidFill>
                <a:round/>
              </a:ln>
            </p:spPr>
          </p:cxnSp>
          <p:cxnSp>
            <p:nvCxnSpPr>
              <p:cNvPr id="462" name="Google Shape;160;g3e0edb04fb1_0_285"/>
              <p:cNvCxnSpPr/>
              <p:nvPr/>
            </p:nvCxnSpPr>
            <p:spPr>
              <a:xfrm>
                <a:off x="-867600" y="1953000"/>
                <a:ext cx="1530000" cy="360"/>
              </a:xfrm>
              <a:prstGeom prst="straightConnector1">
                <a:avLst/>
              </a:prstGeom>
              <a:ln w="9525">
                <a:solidFill>
                  <a:srgbClr val="69639c"/>
                </a:solidFill>
                <a:round/>
              </a:ln>
            </p:spPr>
          </p:cxnSp>
          <p:cxnSp>
            <p:nvCxnSpPr>
              <p:cNvPr id="463" name="Google Shape;161;g3e0edb04fb1_0_285"/>
              <p:cNvCxnSpPr/>
              <p:nvPr/>
            </p:nvCxnSpPr>
            <p:spPr>
              <a:xfrm>
                <a:off x="-867600" y="2021400"/>
                <a:ext cx="1530000" cy="360"/>
              </a:xfrm>
              <a:prstGeom prst="straightConnector1">
                <a:avLst/>
              </a:prstGeom>
              <a:ln w="9525">
                <a:solidFill>
                  <a:srgbClr val="69639c"/>
                </a:solidFill>
                <a:round/>
              </a:ln>
            </p:spPr>
          </p:cxnSp>
        </p:grpSp>
      </p:grpSp>
      <p:grpSp>
        <p:nvGrpSpPr>
          <p:cNvPr id="464" name="Google Shape;162;g3e0edb04fb1_0_285"/>
          <p:cNvGrpSpPr/>
          <p:nvPr/>
        </p:nvGrpSpPr>
        <p:grpSpPr>
          <a:xfrm>
            <a:off x="609840" y="-113760"/>
            <a:ext cx="8313120" cy="4565160"/>
            <a:chOff x="609840" y="-113760"/>
            <a:chExt cx="8313120" cy="4565160"/>
          </a:xfrm>
        </p:grpSpPr>
        <p:sp>
          <p:nvSpPr>
            <p:cNvPr id="465" name="Google Shape;163;g3e0edb04fb1_0_285"/>
            <p:cNvSpPr/>
            <p:nvPr/>
          </p:nvSpPr>
          <p:spPr>
            <a:xfrm rot="10800000">
              <a:off x="8883360" y="40107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66" name="Google Shape;164;g3e0edb04fb1_0_285"/>
            <p:cNvSpPr/>
            <p:nvPr/>
          </p:nvSpPr>
          <p:spPr>
            <a:xfrm rot="10800000">
              <a:off x="609840" y="-11376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467" name="PlaceHolder 1"/>
          <p:cNvSpPr>
            <a:spLocks noGrp="1"/>
          </p:cNvSpPr>
          <p:nvPr>
            <p:ph type="title"/>
          </p:nvPr>
        </p:nvSpPr>
        <p:spPr>
          <a:xfrm>
            <a:off x="2318040" y="1307160"/>
            <a:ext cx="4507920" cy="1882800"/>
          </a:xfrm>
          <a:prstGeom prst="rect">
            <a:avLst/>
          </a:prstGeom>
          <a:noFill/>
          <a:ln w="0">
            <a:noFill/>
          </a:ln>
        </p:spPr>
        <p:txBody>
          <a:bodyPr lIns="91440" rIns="91440" tIns="91440" bIns="91440" anchor="ctr">
            <a:noAutofit/>
          </a:bodyPr>
          <a:p>
            <a:pPr indent="0">
              <a:buNone/>
            </a:pPr>
            <a:r>
              <a:rPr b="0" lang="en-IN" sz="6000" spc="-1" strike="noStrike">
                <a:solidFill>
                  <a:srgbClr val="000000"/>
                </a:solidFill>
                <a:latin typeface="Arial"/>
              </a:rPr>
              <a:t>Click to edit the title text format</a:t>
            </a:r>
            <a:endParaRPr b="0" lang="en-IN" sz="6000" spc="-1" strike="noStrike">
              <a:solidFill>
                <a:srgbClr val="000000"/>
              </a:solidFill>
              <a:latin typeface="Arial"/>
            </a:endParaRPr>
          </a:p>
        </p:txBody>
      </p:sp>
      <p:grpSp>
        <p:nvGrpSpPr>
          <p:cNvPr id="468" name="Google Shape;167;g3e0edb04fb1_0_314"/>
          <p:cNvGrpSpPr/>
          <p:nvPr/>
        </p:nvGrpSpPr>
        <p:grpSpPr>
          <a:xfrm>
            <a:off x="7395480" y="2150280"/>
            <a:ext cx="2854800" cy="3872520"/>
            <a:chOff x="7395480" y="2150280"/>
            <a:chExt cx="2854800" cy="3872520"/>
          </a:xfrm>
        </p:grpSpPr>
        <p:cxnSp>
          <p:nvCxnSpPr>
            <p:cNvPr id="469" name="Google Shape;168;g3e0edb04fb1_0_314"/>
            <p:cNvCxnSpPr/>
            <p:nvPr/>
          </p:nvCxnSpPr>
          <p:spPr>
            <a:xfrm flipV="1">
              <a:off x="10250280" y="2150280"/>
              <a:ext cx="360" cy="3872880"/>
            </a:xfrm>
            <a:prstGeom prst="straightConnector1">
              <a:avLst/>
            </a:prstGeom>
            <a:ln w="9525">
              <a:solidFill>
                <a:srgbClr val="69639c"/>
              </a:solidFill>
              <a:round/>
            </a:ln>
          </p:spPr>
        </p:cxnSp>
        <p:cxnSp>
          <p:nvCxnSpPr>
            <p:cNvPr id="470" name="Google Shape;169;g3e0edb04fb1_0_314"/>
            <p:cNvCxnSpPr/>
            <p:nvPr/>
          </p:nvCxnSpPr>
          <p:spPr>
            <a:xfrm flipH="1">
              <a:off x="7560360" y="4086360"/>
              <a:ext cx="752760" cy="764640"/>
            </a:xfrm>
            <a:prstGeom prst="straightConnector1">
              <a:avLst/>
            </a:prstGeom>
            <a:ln w="9525">
              <a:solidFill>
                <a:srgbClr val="69639c"/>
              </a:solidFill>
              <a:round/>
            </a:ln>
          </p:spPr>
        </p:cxnSp>
        <p:sp>
          <p:nvSpPr>
            <p:cNvPr id="471" name="Google Shape;170;g3e0edb04fb1_0_314"/>
            <p:cNvSpPr/>
            <p:nvPr/>
          </p:nvSpPr>
          <p:spPr>
            <a:xfrm rot="10800000">
              <a:off x="7395480" y="481932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72" name="Google Shape;171;g3e0edb04fb1_0_314"/>
          <p:cNvGrpSpPr/>
          <p:nvPr/>
        </p:nvGrpSpPr>
        <p:grpSpPr>
          <a:xfrm>
            <a:off x="527040" y="3400200"/>
            <a:ext cx="8344440" cy="1243800"/>
            <a:chOff x="527040" y="3400200"/>
            <a:chExt cx="8344440" cy="1243800"/>
          </a:xfrm>
        </p:grpSpPr>
        <p:sp>
          <p:nvSpPr>
            <p:cNvPr id="473" name="Google Shape;172;g3e0edb04fb1_0_314"/>
            <p:cNvSpPr/>
            <p:nvPr/>
          </p:nvSpPr>
          <p:spPr>
            <a:xfrm flipH="1">
              <a:off x="527040" y="340020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474" name="Google Shape;173;g3e0edb04fb1_0_314"/>
            <p:cNvSpPr/>
            <p:nvPr/>
          </p:nvSpPr>
          <p:spPr>
            <a:xfrm flipH="1" rot="5400000">
              <a:off x="8631360" y="440388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75" name="Google Shape;174;g3e0edb04fb1_0_314"/>
          <p:cNvGrpSpPr/>
          <p:nvPr/>
        </p:nvGrpSpPr>
        <p:grpSpPr>
          <a:xfrm>
            <a:off x="-3151440" y="-3407760"/>
            <a:ext cx="11831400" cy="9064800"/>
            <a:chOff x="-3151440" y="-3407760"/>
            <a:chExt cx="11831400" cy="9064800"/>
          </a:xfrm>
        </p:grpSpPr>
        <p:grpSp>
          <p:nvGrpSpPr>
            <p:cNvPr id="476" name="Google Shape;175;g3e0edb04fb1_0_314"/>
            <p:cNvGrpSpPr/>
            <p:nvPr/>
          </p:nvGrpSpPr>
          <p:grpSpPr>
            <a:xfrm>
              <a:off x="309600" y="2296440"/>
              <a:ext cx="681480" cy="3360600"/>
              <a:chOff x="309600" y="2296440"/>
              <a:chExt cx="681480" cy="3360600"/>
            </a:xfrm>
          </p:grpSpPr>
          <p:cxnSp>
            <p:nvCxnSpPr>
              <p:cNvPr id="477" name="Google Shape;176;g3e0edb04fb1_0_314"/>
              <p:cNvCxnSpPr/>
              <p:nvPr/>
            </p:nvCxnSpPr>
            <p:spPr>
              <a:xfrm>
                <a:off x="309600" y="2987640"/>
                <a:ext cx="360" cy="2669760"/>
              </a:xfrm>
              <a:prstGeom prst="straightConnector1">
                <a:avLst/>
              </a:prstGeom>
              <a:ln w="9525">
                <a:solidFill>
                  <a:srgbClr val="00cada"/>
                </a:solidFill>
                <a:round/>
              </a:ln>
            </p:spPr>
          </p:cxnSp>
          <p:cxnSp>
            <p:nvCxnSpPr>
              <p:cNvPr id="478" name="Google Shape;177;g3e0edb04fb1_0_314"/>
              <p:cNvCxnSpPr/>
              <p:nvPr/>
            </p:nvCxnSpPr>
            <p:spPr>
              <a:xfrm flipV="1">
                <a:off x="309600" y="2467800"/>
                <a:ext cx="527040" cy="519120"/>
              </a:xfrm>
              <a:prstGeom prst="straightConnector1">
                <a:avLst/>
              </a:prstGeom>
              <a:ln w="9525">
                <a:solidFill>
                  <a:srgbClr val="00cada"/>
                </a:solidFill>
                <a:round/>
              </a:ln>
            </p:spPr>
          </p:cxnSp>
          <p:sp>
            <p:nvSpPr>
              <p:cNvPr id="479" name="Google Shape;178;g3e0edb04fb1_0_314"/>
              <p:cNvSpPr/>
              <p:nvPr/>
            </p:nvSpPr>
            <p:spPr>
              <a:xfrm flipV="1" rot="16200000">
                <a:off x="798840" y="2297160"/>
                <a:ext cx="192960" cy="191160"/>
              </a:xfrm>
              <a:custGeom>
                <a:avLst/>
                <a:gdLst>
                  <a:gd name="textAreaLeft" fmla="*/ 0 w 192960"/>
                  <a:gd name="textAreaRight" fmla="*/ 193320 w 192960"/>
                  <a:gd name="textAreaTop" fmla="*/ -360 h 191160"/>
                  <a:gd name="textAreaBottom" fmla="*/ 19116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80" name="Google Shape;179;g3e0edb04fb1_0_314"/>
            <p:cNvGrpSpPr/>
            <p:nvPr/>
          </p:nvGrpSpPr>
          <p:grpSpPr>
            <a:xfrm>
              <a:off x="7998840" y="-1945080"/>
              <a:ext cx="681120" cy="3359520"/>
              <a:chOff x="7998840" y="-1945080"/>
              <a:chExt cx="681120" cy="3359520"/>
            </a:xfrm>
          </p:grpSpPr>
          <p:cxnSp>
            <p:nvCxnSpPr>
              <p:cNvPr id="481" name="Google Shape;180;g3e0edb04fb1_0_314"/>
              <p:cNvCxnSpPr/>
              <p:nvPr/>
            </p:nvCxnSpPr>
            <p:spPr>
              <a:xfrm flipV="1">
                <a:off x="8679960" y="-1945080"/>
                <a:ext cx="360" cy="2669400"/>
              </a:xfrm>
              <a:prstGeom prst="straightConnector1">
                <a:avLst/>
              </a:prstGeom>
              <a:ln w="9525">
                <a:solidFill>
                  <a:srgbClr val="afafb6"/>
                </a:solidFill>
                <a:round/>
              </a:ln>
            </p:spPr>
          </p:cxnSp>
          <p:cxnSp>
            <p:nvCxnSpPr>
              <p:cNvPr id="482" name="Google Shape;181;g3e0edb04fb1_0_314"/>
              <p:cNvCxnSpPr/>
              <p:nvPr/>
            </p:nvCxnSpPr>
            <p:spPr>
              <a:xfrm flipH="1">
                <a:off x="8153280" y="724680"/>
                <a:ext cx="527040" cy="519120"/>
              </a:xfrm>
              <a:prstGeom prst="straightConnector1">
                <a:avLst/>
              </a:prstGeom>
              <a:ln w="9525">
                <a:solidFill>
                  <a:srgbClr val="afafb6"/>
                </a:solidFill>
                <a:round/>
              </a:ln>
            </p:spPr>
          </p:cxnSp>
          <p:sp>
            <p:nvSpPr>
              <p:cNvPr id="483" name="Google Shape;182;g3e0edb04fb1_0_314"/>
              <p:cNvSpPr/>
              <p:nvPr/>
            </p:nvSpPr>
            <p:spPr>
              <a:xfrm flipH="1" rot="16200000">
                <a:off x="7997400" y="1222200"/>
                <a:ext cx="192960" cy="191160"/>
              </a:xfrm>
              <a:custGeom>
                <a:avLst/>
                <a:gdLst>
                  <a:gd name="textAreaLeft" fmla="*/ 360 w 192960"/>
                  <a:gd name="textAreaRight" fmla="*/ 19368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484" name="Google Shape;183;g3e0edb04fb1_0_314"/>
            <p:cNvGrpSpPr/>
            <p:nvPr/>
          </p:nvGrpSpPr>
          <p:grpSpPr>
            <a:xfrm>
              <a:off x="1609560" y="-3407760"/>
              <a:ext cx="615600" cy="3858840"/>
              <a:chOff x="1609560" y="-3407760"/>
              <a:chExt cx="615600" cy="3858840"/>
            </a:xfrm>
          </p:grpSpPr>
          <p:cxnSp>
            <p:nvCxnSpPr>
              <p:cNvPr id="485" name="Google Shape;184;g3e0edb04fb1_0_314"/>
              <p:cNvCxnSpPr/>
              <p:nvPr/>
            </p:nvCxnSpPr>
            <p:spPr>
              <a:xfrm>
                <a:off x="1609560" y="-3407760"/>
                <a:ext cx="360" cy="3859200"/>
              </a:xfrm>
              <a:prstGeom prst="straightConnector1">
                <a:avLst/>
              </a:prstGeom>
              <a:ln w="9525">
                <a:solidFill>
                  <a:srgbClr val="69639c"/>
                </a:solidFill>
                <a:round/>
              </a:ln>
            </p:spPr>
          </p:cxnSp>
          <p:cxnSp>
            <p:nvCxnSpPr>
              <p:cNvPr id="486" name="Google Shape;185;g3e0edb04fb1_0_314"/>
              <p:cNvCxnSpPr/>
              <p:nvPr/>
            </p:nvCxnSpPr>
            <p:spPr>
              <a:xfrm>
                <a:off x="1746360" y="-3407760"/>
                <a:ext cx="360" cy="3859200"/>
              </a:xfrm>
              <a:prstGeom prst="straightConnector1">
                <a:avLst/>
              </a:prstGeom>
              <a:ln w="9525">
                <a:solidFill>
                  <a:srgbClr val="69639c"/>
                </a:solidFill>
                <a:round/>
              </a:ln>
            </p:spPr>
          </p:cxnSp>
          <p:cxnSp>
            <p:nvCxnSpPr>
              <p:cNvPr id="487" name="Google Shape;186;g3e0edb04fb1_0_314"/>
              <p:cNvCxnSpPr/>
              <p:nvPr/>
            </p:nvCxnSpPr>
            <p:spPr>
              <a:xfrm>
                <a:off x="1677960" y="-3407760"/>
                <a:ext cx="360" cy="3859200"/>
              </a:xfrm>
              <a:prstGeom prst="straightConnector1">
                <a:avLst/>
              </a:prstGeom>
              <a:ln w="9525">
                <a:solidFill>
                  <a:srgbClr val="69639c"/>
                </a:solidFill>
                <a:round/>
              </a:ln>
            </p:spPr>
          </p:cxnSp>
          <p:cxnSp>
            <p:nvCxnSpPr>
              <p:cNvPr id="488" name="Google Shape;187;g3e0edb04fb1_0_314"/>
              <p:cNvCxnSpPr/>
              <p:nvPr/>
            </p:nvCxnSpPr>
            <p:spPr>
              <a:xfrm>
                <a:off x="1814760" y="-3407760"/>
                <a:ext cx="360" cy="3859200"/>
              </a:xfrm>
              <a:prstGeom prst="straightConnector1">
                <a:avLst/>
              </a:prstGeom>
              <a:ln w="9525">
                <a:solidFill>
                  <a:srgbClr val="69639c"/>
                </a:solidFill>
                <a:round/>
              </a:ln>
            </p:spPr>
          </p:cxnSp>
          <p:cxnSp>
            <p:nvCxnSpPr>
              <p:cNvPr id="489" name="Google Shape;188;g3e0edb04fb1_0_314"/>
              <p:cNvCxnSpPr/>
              <p:nvPr/>
            </p:nvCxnSpPr>
            <p:spPr>
              <a:xfrm>
                <a:off x="1883160" y="-3407760"/>
                <a:ext cx="360" cy="3859200"/>
              </a:xfrm>
              <a:prstGeom prst="straightConnector1">
                <a:avLst/>
              </a:prstGeom>
              <a:ln w="9525">
                <a:solidFill>
                  <a:srgbClr val="69639c"/>
                </a:solidFill>
                <a:round/>
              </a:ln>
            </p:spPr>
          </p:cxnSp>
          <p:cxnSp>
            <p:nvCxnSpPr>
              <p:cNvPr id="490" name="Google Shape;189;g3e0edb04fb1_0_314"/>
              <p:cNvCxnSpPr/>
              <p:nvPr/>
            </p:nvCxnSpPr>
            <p:spPr>
              <a:xfrm>
                <a:off x="1951560" y="-3407760"/>
                <a:ext cx="360" cy="3859200"/>
              </a:xfrm>
              <a:prstGeom prst="straightConnector1">
                <a:avLst/>
              </a:prstGeom>
              <a:ln w="9525">
                <a:solidFill>
                  <a:srgbClr val="69639c"/>
                </a:solidFill>
                <a:round/>
              </a:ln>
            </p:spPr>
          </p:cxnSp>
          <p:cxnSp>
            <p:nvCxnSpPr>
              <p:cNvPr id="491" name="Google Shape;190;g3e0edb04fb1_0_314"/>
              <p:cNvCxnSpPr/>
              <p:nvPr/>
            </p:nvCxnSpPr>
            <p:spPr>
              <a:xfrm>
                <a:off x="2019960" y="-3407760"/>
                <a:ext cx="360" cy="3859200"/>
              </a:xfrm>
              <a:prstGeom prst="straightConnector1">
                <a:avLst/>
              </a:prstGeom>
              <a:ln w="9525">
                <a:solidFill>
                  <a:srgbClr val="69639c"/>
                </a:solidFill>
                <a:round/>
              </a:ln>
            </p:spPr>
          </p:cxnSp>
          <p:cxnSp>
            <p:nvCxnSpPr>
              <p:cNvPr id="492" name="Google Shape;191;g3e0edb04fb1_0_314"/>
              <p:cNvCxnSpPr/>
              <p:nvPr/>
            </p:nvCxnSpPr>
            <p:spPr>
              <a:xfrm>
                <a:off x="2088360" y="-3407760"/>
                <a:ext cx="360" cy="3859200"/>
              </a:xfrm>
              <a:prstGeom prst="straightConnector1">
                <a:avLst/>
              </a:prstGeom>
              <a:ln w="9525">
                <a:solidFill>
                  <a:srgbClr val="69639c"/>
                </a:solidFill>
                <a:round/>
              </a:ln>
            </p:spPr>
          </p:cxnSp>
          <p:cxnSp>
            <p:nvCxnSpPr>
              <p:cNvPr id="493" name="Google Shape;192;g3e0edb04fb1_0_314"/>
              <p:cNvCxnSpPr/>
              <p:nvPr/>
            </p:nvCxnSpPr>
            <p:spPr>
              <a:xfrm>
                <a:off x="2156760" y="-3407760"/>
                <a:ext cx="360" cy="3859200"/>
              </a:xfrm>
              <a:prstGeom prst="straightConnector1">
                <a:avLst/>
              </a:prstGeom>
              <a:ln w="9525">
                <a:solidFill>
                  <a:srgbClr val="69639c"/>
                </a:solidFill>
                <a:round/>
              </a:ln>
            </p:spPr>
          </p:cxnSp>
          <p:cxnSp>
            <p:nvCxnSpPr>
              <p:cNvPr id="494" name="Google Shape;193;g3e0edb04fb1_0_314"/>
              <p:cNvCxnSpPr/>
              <p:nvPr/>
            </p:nvCxnSpPr>
            <p:spPr>
              <a:xfrm>
                <a:off x="2225160" y="-3407760"/>
                <a:ext cx="360" cy="3859200"/>
              </a:xfrm>
              <a:prstGeom prst="straightConnector1">
                <a:avLst/>
              </a:prstGeom>
              <a:ln w="9525">
                <a:solidFill>
                  <a:srgbClr val="69639c"/>
                </a:solidFill>
                <a:round/>
              </a:ln>
            </p:spPr>
          </p:cxnSp>
        </p:grpSp>
        <p:sp>
          <p:nvSpPr>
            <p:cNvPr id="495" name="Google Shape;194;g3e0edb04fb1_0_314"/>
            <p:cNvSpPr/>
            <p:nvPr/>
          </p:nvSpPr>
          <p:spPr>
            <a:xfrm flipH="1">
              <a:off x="-3151440" y="451080"/>
              <a:ext cx="6471360" cy="763920"/>
            </a:xfrm>
            <a:custGeom>
              <a:avLst/>
              <a:gdLst>
                <a:gd name="textAreaLeft" fmla="*/ 360 w 6471360"/>
                <a:gd name="textAreaRight" fmla="*/ 6472080 w 6471360"/>
                <a:gd name="textAreaTop" fmla="*/ 0 h 763920"/>
                <a:gd name="textAreaBottom" fmla="*/ 764280 h 763920"/>
              </a:gdLst>
              <a:ahLst/>
              <a:rect l="textAreaLeft" t="textAreaTop" r="textAreaRight" b="textAreaBottom"/>
              <a:pathLst>
                <a:path w="258873" h="30569">
                  <a:moveTo>
                    <a:pt x="0" y="0"/>
                  </a:moveTo>
                  <a:lnTo>
                    <a:pt x="76910" y="0"/>
                  </a:lnTo>
                  <a:lnTo>
                    <a:pt x="107480" y="30569"/>
                  </a:lnTo>
                  <a:lnTo>
                    <a:pt x="167406" y="30569"/>
                  </a:lnTo>
                  <a:lnTo>
                    <a:pt x="176418" y="14960"/>
                  </a:lnTo>
                  <a:lnTo>
                    <a:pt x="258873" y="14960"/>
                  </a:lnTo>
                  <a:lnTo>
                    <a:pt x="258873" y="1091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grpSp>
        <p:nvGrpSpPr>
          <p:cNvPr id="496" name="Google Shape;195;g3e0edb04fb1_0_314"/>
          <p:cNvGrpSpPr/>
          <p:nvPr/>
        </p:nvGrpSpPr>
        <p:grpSpPr>
          <a:xfrm>
            <a:off x="546840" y="974520"/>
            <a:ext cx="9244440" cy="3848400"/>
            <a:chOff x="546840" y="974520"/>
            <a:chExt cx="9244440" cy="3848400"/>
          </a:xfrm>
        </p:grpSpPr>
        <p:grpSp>
          <p:nvGrpSpPr>
            <p:cNvPr id="497" name="Google Shape;196;g3e0edb04fb1_0_314"/>
            <p:cNvGrpSpPr/>
            <p:nvPr/>
          </p:nvGrpSpPr>
          <p:grpSpPr>
            <a:xfrm>
              <a:off x="546840" y="3571560"/>
              <a:ext cx="9011160" cy="1251360"/>
              <a:chOff x="546840" y="3571560"/>
              <a:chExt cx="9011160" cy="1251360"/>
            </a:xfrm>
          </p:grpSpPr>
          <p:grpSp>
            <p:nvGrpSpPr>
              <p:cNvPr id="498" name="Google Shape;197;g3e0edb04fb1_0_314"/>
              <p:cNvGrpSpPr/>
              <p:nvPr/>
            </p:nvGrpSpPr>
            <p:grpSpPr>
              <a:xfrm>
                <a:off x="546840" y="3613680"/>
                <a:ext cx="270000" cy="1209240"/>
                <a:chOff x="546840" y="3613680"/>
                <a:chExt cx="270000" cy="1209240"/>
              </a:xfrm>
            </p:grpSpPr>
            <p:sp>
              <p:nvSpPr>
                <p:cNvPr id="499" name="Google Shape;198;g3e0edb04fb1_0_314"/>
                <p:cNvSpPr/>
                <p:nvPr/>
              </p:nvSpPr>
              <p:spPr>
                <a:xfrm flipH="1" rot="10800000">
                  <a:off x="546480" y="434844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00" name="Google Shape;199;g3e0edb04fb1_0_314"/>
                <p:cNvSpPr/>
                <p:nvPr/>
              </p:nvSpPr>
              <p:spPr>
                <a:xfrm flipH="1" rot="10800000">
                  <a:off x="741960" y="3613680"/>
                  <a:ext cx="74880" cy="827280"/>
                </a:xfrm>
                <a:custGeom>
                  <a:avLst/>
                  <a:gdLst>
                    <a:gd name="textAreaLeft" fmla="*/ 360 w 74880"/>
                    <a:gd name="textAreaRight" fmla="*/ 7560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01" name="Google Shape;200;g3e0edb04fb1_0_314"/>
              <p:cNvGrpSpPr/>
              <p:nvPr/>
            </p:nvGrpSpPr>
            <p:grpSpPr>
              <a:xfrm>
                <a:off x="8348760" y="3571560"/>
                <a:ext cx="1209240" cy="269280"/>
                <a:chOff x="8348760" y="3571560"/>
                <a:chExt cx="1209240" cy="269280"/>
              </a:xfrm>
            </p:grpSpPr>
            <p:sp>
              <p:nvSpPr>
                <p:cNvPr id="502" name="Google Shape;201;g3e0edb04fb1_0_314"/>
                <p:cNvSpPr/>
                <p:nvPr/>
              </p:nvSpPr>
              <p:spPr>
                <a:xfrm flipH="1" rot="16200000">
                  <a:off x="8564400" y="335556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03" name="Google Shape;202;g3e0edb04fb1_0_314"/>
                <p:cNvSpPr/>
                <p:nvPr/>
              </p:nvSpPr>
              <p:spPr>
                <a:xfrm flipH="1" rot="16200000">
                  <a:off x="9106920" y="3389760"/>
                  <a:ext cx="74880" cy="827280"/>
                </a:xfrm>
                <a:custGeom>
                  <a:avLst/>
                  <a:gdLst>
                    <a:gd name="textAreaLeft" fmla="*/ 360 w 74880"/>
                    <a:gd name="textAreaRight" fmla="*/ 7560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nvGrpSpPr>
            <p:cNvPr id="504" name="Google Shape;203;g3e0edb04fb1_0_314"/>
            <p:cNvGrpSpPr/>
            <p:nvPr/>
          </p:nvGrpSpPr>
          <p:grpSpPr>
            <a:xfrm>
              <a:off x="8680320" y="974520"/>
              <a:ext cx="1110960" cy="1110960"/>
              <a:chOff x="8680320" y="974520"/>
              <a:chExt cx="1110960" cy="1110960"/>
            </a:xfrm>
          </p:grpSpPr>
          <p:sp>
            <p:nvSpPr>
              <p:cNvPr id="505" name="Google Shape;204;g3e0edb04fb1_0_314"/>
              <p:cNvSpPr/>
              <p:nvPr/>
            </p:nvSpPr>
            <p:spPr>
              <a:xfrm>
                <a:off x="8680320" y="97452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06" name="Google Shape;205;g3e0edb04fb1_0_314"/>
              <p:cNvSpPr/>
              <p:nvPr/>
            </p:nvSpPr>
            <p:spPr>
              <a:xfrm>
                <a:off x="8853840" y="114804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507" name="PlaceHolder 1"/>
          <p:cNvSpPr>
            <a:spLocks noGrp="1"/>
          </p:cNvSpPr>
          <p:nvPr>
            <p:ph type="title"/>
          </p:nvPr>
        </p:nvSpPr>
        <p:spPr>
          <a:xfrm>
            <a:off x="2135520" y="1857240"/>
            <a:ext cx="4872600" cy="1249200"/>
          </a:xfrm>
          <a:prstGeom prst="rect">
            <a:avLst/>
          </a:prstGeom>
          <a:noFill/>
          <a:ln w="0">
            <a:noFill/>
          </a:ln>
        </p:spPr>
        <p:txBody>
          <a:bodyPr lIns="91440" rIns="91440" tIns="91440" bIns="91440" anchor="ctr">
            <a:noAutofit/>
          </a:bodyPr>
          <a:p>
            <a:pPr indent="0">
              <a:buNone/>
            </a:pPr>
            <a:r>
              <a:rPr b="0" lang="en-IN" sz="7000" spc="-1" strike="noStrike">
                <a:solidFill>
                  <a:srgbClr val="000000"/>
                </a:solidFill>
                <a:latin typeface="Arial"/>
              </a:rPr>
              <a:t>Click to edit the title text format</a:t>
            </a:r>
            <a:endParaRPr b="0" lang="en-IN" sz="7000" spc="-1" strike="noStrike">
              <a:solidFill>
                <a:srgbClr val="000000"/>
              </a:solidFill>
              <a:latin typeface="Arial"/>
            </a:endParaRPr>
          </a:p>
        </p:txBody>
      </p:sp>
      <p:sp>
        <p:nvSpPr>
          <p:cNvPr id="508" name="Google Shape;209;g3e0edb04fb1_0_355"/>
          <p:cNvSpPr/>
          <p:nvPr/>
        </p:nvSpPr>
        <p:spPr>
          <a:xfrm>
            <a:off x="9336600" y="71352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nvGrpSpPr>
          <p:cNvPr id="509" name="Google Shape;210;g3e0edb04fb1_0_355"/>
          <p:cNvGrpSpPr/>
          <p:nvPr/>
        </p:nvGrpSpPr>
        <p:grpSpPr>
          <a:xfrm>
            <a:off x="-2757240" y="-2775960"/>
            <a:ext cx="12133800" cy="9442440"/>
            <a:chOff x="-2757240" y="-2775960"/>
            <a:chExt cx="12133800" cy="9442440"/>
          </a:xfrm>
        </p:grpSpPr>
        <p:grpSp>
          <p:nvGrpSpPr>
            <p:cNvPr id="510" name="Google Shape;211;g3e0edb04fb1_0_355"/>
            <p:cNvGrpSpPr/>
            <p:nvPr/>
          </p:nvGrpSpPr>
          <p:grpSpPr>
            <a:xfrm>
              <a:off x="-834120" y="659880"/>
              <a:ext cx="3871800" cy="2855520"/>
              <a:chOff x="-834120" y="659880"/>
              <a:chExt cx="3871800" cy="2855520"/>
            </a:xfrm>
          </p:grpSpPr>
          <p:cxnSp>
            <p:nvCxnSpPr>
              <p:cNvPr id="511" name="Google Shape;212;g3e0edb04fb1_0_355"/>
              <p:cNvCxnSpPr/>
              <p:nvPr/>
            </p:nvCxnSpPr>
            <p:spPr>
              <a:xfrm>
                <a:off x="-834120" y="659880"/>
                <a:ext cx="3872160" cy="360"/>
              </a:xfrm>
              <a:prstGeom prst="straightConnector1">
                <a:avLst/>
              </a:prstGeom>
              <a:ln w="9525">
                <a:solidFill>
                  <a:srgbClr val="69639c"/>
                </a:solidFill>
                <a:round/>
              </a:ln>
            </p:spPr>
          </p:cxnSp>
          <p:cxnSp>
            <p:nvCxnSpPr>
              <p:cNvPr id="512" name="Google Shape;213;g3e0edb04fb1_0_355"/>
              <p:cNvCxnSpPr/>
              <p:nvPr/>
            </p:nvCxnSpPr>
            <p:spPr>
              <a:xfrm flipH="1">
                <a:off x="337680" y="2597400"/>
                <a:ext cx="764280" cy="753120"/>
              </a:xfrm>
              <a:prstGeom prst="straightConnector1">
                <a:avLst/>
              </a:prstGeom>
              <a:ln w="9525">
                <a:solidFill>
                  <a:srgbClr val="69639c"/>
                </a:solidFill>
                <a:round/>
              </a:ln>
            </p:spPr>
          </p:cxnSp>
          <p:sp>
            <p:nvSpPr>
              <p:cNvPr id="513" name="Google Shape;214;g3e0edb04fb1_0_355"/>
              <p:cNvSpPr/>
              <p:nvPr/>
            </p:nvSpPr>
            <p:spPr>
              <a:xfrm flipV="1" rot="5400000">
                <a:off x="176760" y="3323160"/>
                <a:ext cx="192960" cy="191160"/>
              </a:xfrm>
              <a:custGeom>
                <a:avLst/>
                <a:gdLst>
                  <a:gd name="textAreaLeft" fmla="*/ 0 w 192960"/>
                  <a:gd name="textAreaRight" fmla="*/ 193320 w 192960"/>
                  <a:gd name="textAreaTop" fmla="*/ -360 h 191160"/>
                  <a:gd name="textAreaBottom" fmla="*/ 19116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14" name="Google Shape;215;g3e0edb04fb1_0_355"/>
            <p:cNvGrpSpPr/>
            <p:nvPr/>
          </p:nvGrpSpPr>
          <p:grpSpPr>
            <a:xfrm>
              <a:off x="8695440" y="3306960"/>
              <a:ext cx="681120" cy="3359520"/>
              <a:chOff x="8695440" y="3306960"/>
              <a:chExt cx="681120" cy="3359520"/>
            </a:xfrm>
          </p:grpSpPr>
          <p:cxnSp>
            <p:nvCxnSpPr>
              <p:cNvPr id="515" name="Google Shape;216;g3e0edb04fb1_0_355"/>
              <p:cNvCxnSpPr/>
              <p:nvPr/>
            </p:nvCxnSpPr>
            <p:spPr>
              <a:xfrm>
                <a:off x="9376560" y="3997080"/>
                <a:ext cx="360" cy="2669760"/>
              </a:xfrm>
              <a:prstGeom prst="straightConnector1">
                <a:avLst/>
              </a:prstGeom>
              <a:ln w="9525">
                <a:solidFill>
                  <a:srgbClr val="00cada"/>
                </a:solidFill>
                <a:round/>
              </a:ln>
            </p:spPr>
          </p:cxnSp>
          <p:cxnSp>
            <p:nvCxnSpPr>
              <p:cNvPr id="516" name="Google Shape;217;g3e0edb04fb1_0_355"/>
              <p:cNvCxnSpPr/>
              <p:nvPr/>
            </p:nvCxnSpPr>
            <p:spPr>
              <a:xfrm flipH="1" flipV="1">
                <a:off x="8849880" y="3477600"/>
                <a:ext cx="527040" cy="519120"/>
              </a:xfrm>
              <a:prstGeom prst="straightConnector1">
                <a:avLst/>
              </a:prstGeom>
              <a:ln w="9525">
                <a:solidFill>
                  <a:srgbClr val="00cada"/>
                </a:solidFill>
                <a:round/>
              </a:ln>
            </p:spPr>
          </p:cxnSp>
          <p:sp>
            <p:nvSpPr>
              <p:cNvPr id="517" name="Google Shape;218;g3e0edb04fb1_0_355"/>
              <p:cNvSpPr/>
              <p:nvPr/>
            </p:nvSpPr>
            <p:spPr>
              <a:xfrm rot="16200000">
                <a:off x="8694360" y="330768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18" name="Google Shape;219;g3e0edb04fb1_0_355"/>
            <p:cNvGrpSpPr/>
            <p:nvPr/>
          </p:nvGrpSpPr>
          <p:grpSpPr>
            <a:xfrm>
              <a:off x="146160" y="-2775960"/>
              <a:ext cx="681480" cy="3359880"/>
              <a:chOff x="146160" y="-2775960"/>
              <a:chExt cx="681480" cy="3359880"/>
            </a:xfrm>
          </p:grpSpPr>
          <p:cxnSp>
            <p:nvCxnSpPr>
              <p:cNvPr id="519" name="Google Shape;220;g3e0edb04fb1_0_355"/>
              <p:cNvCxnSpPr/>
              <p:nvPr/>
            </p:nvCxnSpPr>
            <p:spPr>
              <a:xfrm flipV="1">
                <a:off x="146160" y="-2775960"/>
                <a:ext cx="360" cy="2669760"/>
              </a:xfrm>
              <a:prstGeom prst="straightConnector1">
                <a:avLst/>
              </a:prstGeom>
              <a:ln w="9525">
                <a:solidFill>
                  <a:srgbClr val="afafb6"/>
                </a:solidFill>
                <a:round/>
              </a:ln>
            </p:spPr>
          </p:cxnSp>
          <p:cxnSp>
            <p:nvCxnSpPr>
              <p:cNvPr id="520" name="Google Shape;221;g3e0edb04fb1_0_355"/>
              <p:cNvCxnSpPr/>
              <p:nvPr/>
            </p:nvCxnSpPr>
            <p:spPr>
              <a:xfrm>
                <a:off x="146160" y="-105480"/>
                <a:ext cx="527400" cy="518760"/>
              </a:xfrm>
              <a:prstGeom prst="straightConnector1">
                <a:avLst/>
              </a:prstGeom>
              <a:ln w="9525">
                <a:solidFill>
                  <a:srgbClr val="afafb6"/>
                </a:solidFill>
                <a:round/>
              </a:ln>
            </p:spPr>
          </p:cxnSp>
          <p:sp>
            <p:nvSpPr>
              <p:cNvPr id="521" name="Google Shape;222;g3e0edb04fb1_0_355"/>
              <p:cNvSpPr/>
              <p:nvPr/>
            </p:nvSpPr>
            <p:spPr>
              <a:xfrm rot="5400000">
                <a:off x="635400" y="39168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22" name="Google Shape;223;g3e0edb04fb1_0_355"/>
            <p:cNvGrpSpPr/>
            <p:nvPr/>
          </p:nvGrpSpPr>
          <p:grpSpPr>
            <a:xfrm>
              <a:off x="-2757240" y="811800"/>
              <a:ext cx="3858840" cy="615240"/>
              <a:chOff x="-2757240" y="811800"/>
              <a:chExt cx="3858840" cy="615240"/>
            </a:xfrm>
          </p:grpSpPr>
          <p:cxnSp>
            <p:nvCxnSpPr>
              <p:cNvPr id="523" name="Google Shape;224;g3e0edb04fb1_0_355"/>
              <p:cNvCxnSpPr/>
              <p:nvPr/>
            </p:nvCxnSpPr>
            <p:spPr>
              <a:xfrm>
                <a:off x="-2757240" y="811800"/>
                <a:ext cx="3859200" cy="360"/>
              </a:xfrm>
              <a:prstGeom prst="straightConnector1">
                <a:avLst/>
              </a:prstGeom>
              <a:ln w="9525">
                <a:solidFill>
                  <a:srgbClr val="69639c"/>
                </a:solidFill>
                <a:round/>
              </a:ln>
            </p:spPr>
          </p:cxnSp>
          <p:cxnSp>
            <p:nvCxnSpPr>
              <p:cNvPr id="524" name="Google Shape;225;g3e0edb04fb1_0_355"/>
              <p:cNvCxnSpPr/>
              <p:nvPr/>
            </p:nvCxnSpPr>
            <p:spPr>
              <a:xfrm>
                <a:off x="-2757240" y="948600"/>
                <a:ext cx="3859200" cy="360"/>
              </a:xfrm>
              <a:prstGeom prst="straightConnector1">
                <a:avLst/>
              </a:prstGeom>
              <a:ln w="9525">
                <a:solidFill>
                  <a:srgbClr val="69639c"/>
                </a:solidFill>
                <a:round/>
              </a:ln>
            </p:spPr>
          </p:cxnSp>
          <p:cxnSp>
            <p:nvCxnSpPr>
              <p:cNvPr id="525" name="Google Shape;226;g3e0edb04fb1_0_355"/>
              <p:cNvCxnSpPr/>
              <p:nvPr/>
            </p:nvCxnSpPr>
            <p:spPr>
              <a:xfrm>
                <a:off x="-2757240" y="880200"/>
                <a:ext cx="3859200" cy="360"/>
              </a:xfrm>
              <a:prstGeom prst="straightConnector1">
                <a:avLst/>
              </a:prstGeom>
              <a:ln w="9525">
                <a:solidFill>
                  <a:srgbClr val="69639c"/>
                </a:solidFill>
                <a:round/>
              </a:ln>
            </p:spPr>
          </p:cxnSp>
          <p:cxnSp>
            <p:nvCxnSpPr>
              <p:cNvPr id="526" name="Google Shape;227;g3e0edb04fb1_0_355"/>
              <p:cNvCxnSpPr/>
              <p:nvPr/>
            </p:nvCxnSpPr>
            <p:spPr>
              <a:xfrm>
                <a:off x="-2757240" y="1016640"/>
                <a:ext cx="3859200" cy="360"/>
              </a:xfrm>
              <a:prstGeom prst="straightConnector1">
                <a:avLst/>
              </a:prstGeom>
              <a:ln w="9525">
                <a:solidFill>
                  <a:srgbClr val="69639c"/>
                </a:solidFill>
                <a:round/>
              </a:ln>
            </p:spPr>
          </p:cxnSp>
          <p:cxnSp>
            <p:nvCxnSpPr>
              <p:cNvPr id="527" name="Google Shape;228;g3e0edb04fb1_0_355"/>
              <p:cNvCxnSpPr/>
              <p:nvPr/>
            </p:nvCxnSpPr>
            <p:spPr>
              <a:xfrm>
                <a:off x="-2757240" y="1085040"/>
                <a:ext cx="3859200" cy="360"/>
              </a:xfrm>
              <a:prstGeom prst="straightConnector1">
                <a:avLst/>
              </a:prstGeom>
              <a:ln w="9525">
                <a:solidFill>
                  <a:srgbClr val="69639c"/>
                </a:solidFill>
                <a:round/>
              </a:ln>
            </p:spPr>
          </p:cxnSp>
          <p:cxnSp>
            <p:nvCxnSpPr>
              <p:cNvPr id="528" name="Google Shape;229;g3e0edb04fb1_0_355"/>
              <p:cNvCxnSpPr/>
              <p:nvPr/>
            </p:nvCxnSpPr>
            <p:spPr>
              <a:xfrm>
                <a:off x="-2757240" y="1153440"/>
                <a:ext cx="3859200" cy="360"/>
              </a:xfrm>
              <a:prstGeom prst="straightConnector1">
                <a:avLst/>
              </a:prstGeom>
              <a:ln w="9525">
                <a:solidFill>
                  <a:srgbClr val="69639c"/>
                </a:solidFill>
                <a:round/>
              </a:ln>
            </p:spPr>
          </p:cxnSp>
          <p:cxnSp>
            <p:nvCxnSpPr>
              <p:cNvPr id="529" name="Google Shape;230;g3e0edb04fb1_0_355"/>
              <p:cNvCxnSpPr/>
              <p:nvPr/>
            </p:nvCxnSpPr>
            <p:spPr>
              <a:xfrm>
                <a:off x="-2757240" y="1221840"/>
                <a:ext cx="3859200" cy="360"/>
              </a:xfrm>
              <a:prstGeom prst="straightConnector1">
                <a:avLst/>
              </a:prstGeom>
              <a:ln w="9525">
                <a:solidFill>
                  <a:srgbClr val="69639c"/>
                </a:solidFill>
                <a:round/>
              </a:ln>
            </p:spPr>
          </p:cxnSp>
          <p:cxnSp>
            <p:nvCxnSpPr>
              <p:cNvPr id="530" name="Google Shape;231;g3e0edb04fb1_0_355"/>
              <p:cNvCxnSpPr/>
              <p:nvPr/>
            </p:nvCxnSpPr>
            <p:spPr>
              <a:xfrm>
                <a:off x="-2757240" y="1290240"/>
                <a:ext cx="3859200" cy="360"/>
              </a:xfrm>
              <a:prstGeom prst="straightConnector1">
                <a:avLst/>
              </a:prstGeom>
              <a:ln w="9525">
                <a:solidFill>
                  <a:srgbClr val="69639c"/>
                </a:solidFill>
                <a:round/>
              </a:ln>
            </p:spPr>
          </p:cxnSp>
          <p:cxnSp>
            <p:nvCxnSpPr>
              <p:cNvPr id="531" name="Google Shape;232;g3e0edb04fb1_0_355"/>
              <p:cNvCxnSpPr/>
              <p:nvPr/>
            </p:nvCxnSpPr>
            <p:spPr>
              <a:xfrm>
                <a:off x="-2757240" y="1358640"/>
                <a:ext cx="3859200" cy="360"/>
              </a:xfrm>
              <a:prstGeom prst="straightConnector1">
                <a:avLst/>
              </a:prstGeom>
              <a:ln w="9525">
                <a:solidFill>
                  <a:srgbClr val="69639c"/>
                </a:solidFill>
                <a:round/>
              </a:ln>
            </p:spPr>
          </p:cxnSp>
          <p:cxnSp>
            <p:nvCxnSpPr>
              <p:cNvPr id="532" name="Google Shape;233;g3e0edb04fb1_0_355"/>
              <p:cNvCxnSpPr/>
              <p:nvPr/>
            </p:nvCxnSpPr>
            <p:spPr>
              <a:xfrm>
                <a:off x="-2757240" y="1427040"/>
                <a:ext cx="3859200" cy="360"/>
              </a:xfrm>
              <a:prstGeom prst="straightConnector1">
                <a:avLst/>
              </a:prstGeom>
              <a:ln w="9525">
                <a:solidFill>
                  <a:srgbClr val="69639c"/>
                </a:solidFill>
                <a:round/>
              </a:ln>
            </p:spPr>
          </p:cxnSp>
        </p:grpSp>
        <p:sp>
          <p:nvSpPr>
            <p:cNvPr id="533" name="Google Shape;234;g3e0edb04fb1_0_355"/>
            <p:cNvSpPr/>
            <p:nvPr/>
          </p:nvSpPr>
          <p:spPr>
            <a:xfrm rot="5400000">
              <a:off x="5637600" y="2986560"/>
              <a:ext cx="6471360" cy="763920"/>
            </a:xfrm>
            <a:custGeom>
              <a:avLst/>
              <a:gdLst>
                <a:gd name="textAreaLeft" fmla="*/ 0 w 6471360"/>
                <a:gd name="textAreaRight" fmla="*/ 6471720 w 6471360"/>
                <a:gd name="textAreaTop" fmla="*/ 0 h 763920"/>
                <a:gd name="textAreaBottom" fmla="*/ 764280 h 763920"/>
              </a:gdLst>
              <a:ahLst/>
              <a:rect l="textAreaLeft" t="textAreaTop" r="textAreaRight" b="textAreaBottom"/>
              <a:pathLst>
                <a:path w="258873" h="30569">
                  <a:moveTo>
                    <a:pt x="0" y="0"/>
                  </a:moveTo>
                  <a:lnTo>
                    <a:pt x="76910" y="0"/>
                  </a:lnTo>
                  <a:lnTo>
                    <a:pt x="107480" y="30569"/>
                  </a:lnTo>
                  <a:lnTo>
                    <a:pt x="167406" y="30569"/>
                  </a:lnTo>
                  <a:lnTo>
                    <a:pt x="176418" y="14960"/>
                  </a:lnTo>
                  <a:lnTo>
                    <a:pt x="258873" y="14960"/>
                  </a:lnTo>
                  <a:lnTo>
                    <a:pt x="258873" y="10918"/>
                  </a:lnTo>
                </a:path>
              </a:pathLst>
            </a:custGeom>
            <a:noFill/>
            <a:ln w="9525">
              <a:solidFill>
                <a:srgbClr val="69639c"/>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grpSp>
      <p:grpSp>
        <p:nvGrpSpPr>
          <p:cNvPr id="534" name="Google Shape;235;g3e0edb04fb1_0_355"/>
          <p:cNvGrpSpPr/>
          <p:nvPr/>
        </p:nvGrpSpPr>
        <p:grpSpPr>
          <a:xfrm>
            <a:off x="-157680" y="1684440"/>
            <a:ext cx="8688600" cy="440640"/>
            <a:chOff x="-157680" y="1684440"/>
            <a:chExt cx="8688600" cy="440640"/>
          </a:xfrm>
        </p:grpSpPr>
        <p:sp>
          <p:nvSpPr>
            <p:cNvPr id="535" name="Google Shape;236;g3e0edb04fb1_0_355"/>
            <p:cNvSpPr/>
            <p:nvPr/>
          </p:nvSpPr>
          <p:spPr>
            <a:xfrm>
              <a:off x="8491320" y="168444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36" name="Google Shape;237;g3e0edb04fb1_0_355"/>
            <p:cNvSpPr/>
            <p:nvPr/>
          </p:nvSpPr>
          <p:spPr>
            <a:xfrm rot="16200000">
              <a:off x="42840" y="1725120"/>
              <a:ext cx="39600" cy="440640"/>
            </a:xfrm>
            <a:custGeom>
              <a:avLst/>
              <a:gdLst>
                <a:gd name="textAreaLeft" fmla="*/ 0 w 39600"/>
                <a:gd name="textAreaRight" fmla="*/ 3996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37" name="Google Shape;238;g3e0edb04fb1_0_355"/>
          <p:cNvGrpSpPr/>
          <p:nvPr/>
        </p:nvGrpSpPr>
        <p:grpSpPr>
          <a:xfrm>
            <a:off x="-350640" y="649800"/>
            <a:ext cx="9280080" cy="5170320"/>
            <a:chOff x="-350640" y="649800"/>
            <a:chExt cx="9280080" cy="5170320"/>
          </a:xfrm>
        </p:grpSpPr>
        <p:grpSp>
          <p:nvGrpSpPr>
            <p:cNvPr id="538" name="Google Shape;239;g3e0edb04fb1_0_355"/>
            <p:cNvGrpSpPr/>
            <p:nvPr/>
          </p:nvGrpSpPr>
          <p:grpSpPr>
            <a:xfrm>
              <a:off x="-350640" y="649800"/>
              <a:ext cx="9280080" cy="1758960"/>
              <a:chOff x="-350640" y="649800"/>
              <a:chExt cx="9280080" cy="1758960"/>
            </a:xfrm>
          </p:grpSpPr>
          <p:sp>
            <p:nvSpPr>
              <p:cNvPr id="539" name="Google Shape;240;g3e0edb04fb1_0_355"/>
              <p:cNvSpPr/>
              <p:nvPr/>
            </p:nvSpPr>
            <p:spPr>
              <a:xfrm rot="10800000">
                <a:off x="8886600" y="120996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40" name="Google Shape;241;g3e0edb04fb1_0_355"/>
              <p:cNvSpPr/>
              <p:nvPr/>
            </p:nvSpPr>
            <p:spPr>
              <a:xfrm rot="10800000">
                <a:off x="8695440" y="64980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41" name="Google Shape;242;g3e0edb04fb1_0_355"/>
              <p:cNvSpPr/>
              <p:nvPr/>
            </p:nvSpPr>
            <p:spPr>
              <a:xfrm rot="5400000">
                <a:off x="425520" y="1958400"/>
                <a:ext cx="42840" cy="474480"/>
              </a:xfrm>
              <a:custGeom>
                <a:avLst/>
                <a:gdLst>
                  <a:gd name="textAreaLeft" fmla="*/ 0 w 42840"/>
                  <a:gd name="textAreaRight" fmla="*/ 4320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42" name="Google Shape;243;g3e0edb04fb1_0_355"/>
              <p:cNvSpPr/>
              <p:nvPr/>
            </p:nvSpPr>
            <p:spPr>
              <a:xfrm rot="5400000">
                <a:off x="25560" y="1957680"/>
                <a:ext cx="74880" cy="827280"/>
              </a:xfrm>
              <a:custGeom>
                <a:avLst/>
                <a:gdLst>
                  <a:gd name="textAreaLeft" fmla="*/ 0 w 74880"/>
                  <a:gd name="textAreaRight" fmla="*/ 7524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43" name="Google Shape;244;g3e0edb04fb1_0_355"/>
            <p:cNvGrpSpPr/>
            <p:nvPr/>
          </p:nvGrpSpPr>
          <p:grpSpPr>
            <a:xfrm>
              <a:off x="7279920" y="4709160"/>
              <a:ext cx="1110960" cy="1110960"/>
              <a:chOff x="7279920" y="4709160"/>
              <a:chExt cx="1110960" cy="1110960"/>
            </a:xfrm>
          </p:grpSpPr>
          <p:sp>
            <p:nvSpPr>
              <p:cNvPr id="544" name="Google Shape;245;g3e0edb04fb1_0_355"/>
              <p:cNvSpPr/>
              <p:nvPr/>
            </p:nvSpPr>
            <p:spPr>
              <a:xfrm>
                <a:off x="7279920" y="470916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45" name="Google Shape;246;g3e0edb04fb1_0_355"/>
              <p:cNvSpPr/>
              <p:nvPr/>
            </p:nvSpPr>
            <p:spPr>
              <a:xfrm>
                <a:off x="7453800" y="488268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546" name="PlaceHolder 1"/>
          <p:cNvSpPr>
            <a:spLocks noGrp="1"/>
          </p:cNvSpPr>
          <p:nvPr>
            <p:ph type="title"/>
          </p:nvPr>
        </p:nvSpPr>
        <p:spPr>
          <a:xfrm>
            <a:off x="720000" y="4014360"/>
            <a:ext cx="7703640" cy="572400"/>
          </a:xfrm>
          <a:prstGeom prst="rect">
            <a:avLst/>
          </a:prstGeom>
          <a:solidFill>
            <a:schemeClr val="dk2"/>
          </a:solidFill>
          <a:ln w="0">
            <a:noFill/>
          </a:ln>
        </p:spPr>
        <p:txBody>
          <a:bodyPr lIns="91440" rIns="91440" tIns="91440" bIns="91440" anchor="t">
            <a:noAutofit/>
          </a:bodyPr>
          <a:p>
            <a:pPr indent="0">
              <a:buNone/>
            </a:pPr>
            <a:r>
              <a:rPr b="0" lang="en-IN" sz="2600" spc="-1" strike="noStrike">
                <a:solidFill>
                  <a:srgbClr val="000000"/>
                </a:solidFill>
                <a:latin typeface="Arial"/>
              </a:rPr>
              <a:t>Click to edit the title text format</a:t>
            </a:r>
            <a:endParaRPr b="0" lang="en-IN" sz="2600" spc="-1" strike="noStrike">
              <a:solidFill>
                <a:srgbClr val="000000"/>
              </a:solidFill>
              <a:latin typeface="Arial"/>
            </a:endParaRPr>
          </a:p>
        </p:txBody>
      </p:sp>
      <p:grpSp>
        <p:nvGrpSpPr>
          <p:cNvPr id="547" name="Google Shape;249;g3e0edb04fb1_0_396"/>
          <p:cNvGrpSpPr/>
          <p:nvPr/>
        </p:nvGrpSpPr>
        <p:grpSpPr>
          <a:xfrm>
            <a:off x="-529920" y="-2869200"/>
            <a:ext cx="9459720" cy="5794920"/>
            <a:chOff x="-529920" y="-2869200"/>
            <a:chExt cx="9459720" cy="5794920"/>
          </a:xfrm>
        </p:grpSpPr>
        <p:grpSp>
          <p:nvGrpSpPr>
            <p:cNvPr id="548" name="Google Shape;250;g3e0edb04fb1_0_396"/>
            <p:cNvGrpSpPr/>
            <p:nvPr/>
          </p:nvGrpSpPr>
          <p:grpSpPr>
            <a:xfrm>
              <a:off x="-529920" y="-946440"/>
              <a:ext cx="2549880" cy="3872160"/>
              <a:chOff x="-529920" y="-946440"/>
              <a:chExt cx="2549880" cy="3872160"/>
            </a:xfrm>
          </p:grpSpPr>
          <p:cxnSp>
            <p:nvCxnSpPr>
              <p:cNvPr id="549" name="Google Shape;251;g3e0edb04fb1_0_396"/>
              <p:cNvCxnSpPr/>
              <p:nvPr/>
            </p:nvCxnSpPr>
            <p:spPr>
              <a:xfrm>
                <a:off x="-529920" y="-946440"/>
                <a:ext cx="360" cy="3872520"/>
              </a:xfrm>
              <a:prstGeom prst="straightConnector1">
                <a:avLst/>
              </a:prstGeom>
              <a:ln w="9525">
                <a:solidFill>
                  <a:srgbClr val="69639c"/>
                </a:solidFill>
                <a:round/>
              </a:ln>
            </p:spPr>
          </p:cxnSp>
          <p:cxnSp>
            <p:nvCxnSpPr>
              <p:cNvPr id="550" name="Google Shape;252;g3e0edb04fb1_0_396"/>
              <p:cNvCxnSpPr/>
              <p:nvPr/>
            </p:nvCxnSpPr>
            <p:spPr>
              <a:xfrm flipV="1">
                <a:off x="1407240" y="525600"/>
                <a:ext cx="451080" cy="464400"/>
              </a:xfrm>
              <a:prstGeom prst="straightConnector1">
                <a:avLst/>
              </a:prstGeom>
              <a:ln w="9525">
                <a:solidFill>
                  <a:srgbClr val="69639c"/>
                </a:solidFill>
                <a:round/>
              </a:ln>
            </p:spPr>
          </p:cxnSp>
          <p:sp>
            <p:nvSpPr>
              <p:cNvPr id="551" name="Google Shape;253;g3e0edb04fb1_0_396"/>
              <p:cNvSpPr/>
              <p:nvPr/>
            </p:nvSpPr>
            <p:spPr>
              <a:xfrm>
                <a:off x="1827000" y="364680"/>
                <a:ext cx="192960" cy="191160"/>
              </a:xfrm>
              <a:custGeom>
                <a:avLst/>
                <a:gdLst>
                  <a:gd name="textAreaLeft" fmla="*/ 0 w 192960"/>
                  <a:gd name="textAreaRight" fmla="*/ 19332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52" name="Google Shape;254;g3e0edb04fb1_0_396"/>
            <p:cNvGrpSpPr/>
            <p:nvPr/>
          </p:nvGrpSpPr>
          <p:grpSpPr>
            <a:xfrm>
              <a:off x="538560" y="-2869200"/>
              <a:ext cx="615600" cy="3858840"/>
              <a:chOff x="538560" y="-2869200"/>
              <a:chExt cx="615600" cy="3858840"/>
            </a:xfrm>
          </p:grpSpPr>
          <p:cxnSp>
            <p:nvCxnSpPr>
              <p:cNvPr id="553" name="Google Shape;255;g3e0edb04fb1_0_396"/>
              <p:cNvCxnSpPr/>
              <p:nvPr/>
            </p:nvCxnSpPr>
            <p:spPr>
              <a:xfrm flipV="1">
                <a:off x="1154160" y="-2869200"/>
                <a:ext cx="360" cy="3859200"/>
              </a:xfrm>
              <a:prstGeom prst="straightConnector1">
                <a:avLst/>
              </a:prstGeom>
              <a:ln w="9525">
                <a:solidFill>
                  <a:srgbClr val="69639c"/>
                </a:solidFill>
                <a:round/>
              </a:ln>
            </p:spPr>
          </p:cxnSp>
          <p:cxnSp>
            <p:nvCxnSpPr>
              <p:cNvPr id="554" name="Google Shape;256;g3e0edb04fb1_0_396"/>
              <p:cNvCxnSpPr/>
              <p:nvPr/>
            </p:nvCxnSpPr>
            <p:spPr>
              <a:xfrm flipV="1">
                <a:off x="1017360" y="-2869200"/>
                <a:ext cx="360" cy="3859200"/>
              </a:xfrm>
              <a:prstGeom prst="straightConnector1">
                <a:avLst/>
              </a:prstGeom>
              <a:ln w="9525">
                <a:solidFill>
                  <a:srgbClr val="69639c"/>
                </a:solidFill>
                <a:round/>
              </a:ln>
            </p:spPr>
          </p:cxnSp>
          <p:cxnSp>
            <p:nvCxnSpPr>
              <p:cNvPr id="555" name="Google Shape;257;g3e0edb04fb1_0_396"/>
              <p:cNvCxnSpPr/>
              <p:nvPr/>
            </p:nvCxnSpPr>
            <p:spPr>
              <a:xfrm flipV="1">
                <a:off x="1085760" y="-2869200"/>
                <a:ext cx="360" cy="3859200"/>
              </a:xfrm>
              <a:prstGeom prst="straightConnector1">
                <a:avLst/>
              </a:prstGeom>
              <a:ln w="9525">
                <a:solidFill>
                  <a:srgbClr val="69639c"/>
                </a:solidFill>
                <a:round/>
              </a:ln>
            </p:spPr>
          </p:cxnSp>
          <p:cxnSp>
            <p:nvCxnSpPr>
              <p:cNvPr id="556" name="Google Shape;258;g3e0edb04fb1_0_396"/>
              <p:cNvCxnSpPr/>
              <p:nvPr/>
            </p:nvCxnSpPr>
            <p:spPr>
              <a:xfrm flipV="1">
                <a:off x="948960" y="-2869200"/>
                <a:ext cx="360" cy="3859200"/>
              </a:xfrm>
              <a:prstGeom prst="straightConnector1">
                <a:avLst/>
              </a:prstGeom>
              <a:ln w="9525">
                <a:solidFill>
                  <a:srgbClr val="69639c"/>
                </a:solidFill>
                <a:round/>
              </a:ln>
            </p:spPr>
          </p:cxnSp>
          <p:cxnSp>
            <p:nvCxnSpPr>
              <p:cNvPr id="557" name="Google Shape;259;g3e0edb04fb1_0_396"/>
              <p:cNvCxnSpPr/>
              <p:nvPr/>
            </p:nvCxnSpPr>
            <p:spPr>
              <a:xfrm flipV="1">
                <a:off x="880560" y="-2869200"/>
                <a:ext cx="360" cy="3859200"/>
              </a:xfrm>
              <a:prstGeom prst="straightConnector1">
                <a:avLst/>
              </a:prstGeom>
              <a:ln w="9525">
                <a:solidFill>
                  <a:srgbClr val="69639c"/>
                </a:solidFill>
                <a:round/>
              </a:ln>
            </p:spPr>
          </p:cxnSp>
          <p:cxnSp>
            <p:nvCxnSpPr>
              <p:cNvPr id="558" name="Google Shape;260;g3e0edb04fb1_0_396"/>
              <p:cNvCxnSpPr/>
              <p:nvPr/>
            </p:nvCxnSpPr>
            <p:spPr>
              <a:xfrm flipV="1">
                <a:off x="812160" y="-2869200"/>
                <a:ext cx="360" cy="3859200"/>
              </a:xfrm>
              <a:prstGeom prst="straightConnector1">
                <a:avLst/>
              </a:prstGeom>
              <a:ln w="9525">
                <a:solidFill>
                  <a:srgbClr val="69639c"/>
                </a:solidFill>
                <a:round/>
              </a:ln>
            </p:spPr>
          </p:cxnSp>
          <p:cxnSp>
            <p:nvCxnSpPr>
              <p:cNvPr id="559" name="Google Shape;261;g3e0edb04fb1_0_396"/>
              <p:cNvCxnSpPr/>
              <p:nvPr/>
            </p:nvCxnSpPr>
            <p:spPr>
              <a:xfrm flipV="1">
                <a:off x="743760" y="-2869200"/>
                <a:ext cx="360" cy="3859200"/>
              </a:xfrm>
              <a:prstGeom prst="straightConnector1">
                <a:avLst/>
              </a:prstGeom>
              <a:ln w="9525">
                <a:solidFill>
                  <a:srgbClr val="69639c"/>
                </a:solidFill>
                <a:round/>
              </a:ln>
            </p:spPr>
          </p:cxnSp>
          <p:cxnSp>
            <p:nvCxnSpPr>
              <p:cNvPr id="560" name="Google Shape;262;g3e0edb04fb1_0_396"/>
              <p:cNvCxnSpPr/>
              <p:nvPr/>
            </p:nvCxnSpPr>
            <p:spPr>
              <a:xfrm flipV="1">
                <a:off x="675360" y="-2869200"/>
                <a:ext cx="360" cy="3859200"/>
              </a:xfrm>
              <a:prstGeom prst="straightConnector1">
                <a:avLst/>
              </a:prstGeom>
              <a:ln w="9525">
                <a:solidFill>
                  <a:srgbClr val="69639c"/>
                </a:solidFill>
                <a:round/>
              </a:ln>
            </p:spPr>
          </p:cxnSp>
          <p:cxnSp>
            <p:nvCxnSpPr>
              <p:cNvPr id="561" name="Google Shape;263;g3e0edb04fb1_0_396"/>
              <p:cNvCxnSpPr/>
              <p:nvPr/>
            </p:nvCxnSpPr>
            <p:spPr>
              <a:xfrm flipV="1">
                <a:off x="606960" y="-2869200"/>
                <a:ext cx="360" cy="3859200"/>
              </a:xfrm>
              <a:prstGeom prst="straightConnector1">
                <a:avLst/>
              </a:prstGeom>
              <a:ln w="9525">
                <a:solidFill>
                  <a:srgbClr val="69639c"/>
                </a:solidFill>
                <a:round/>
              </a:ln>
            </p:spPr>
          </p:cxnSp>
          <p:cxnSp>
            <p:nvCxnSpPr>
              <p:cNvPr id="562" name="Google Shape;264;g3e0edb04fb1_0_396"/>
              <p:cNvCxnSpPr/>
              <p:nvPr/>
            </p:nvCxnSpPr>
            <p:spPr>
              <a:xfrm flipV="1">
                <a:off x="538560" y="-2869200"/>
                <a:ext cx="360" cy="3859200"/>
              </a:xfrm>
              <a:prstGeom prst="straightConnector1">
                <a:avLst/>
              </a:prstGeom>
              <a:ln w="9525">
                <a:solidFill>
                  <a:srgbClr val="69639c"/>
                </a:solidFill>
                <a:round/>
              </a:ln>
            </p:spPr>
          </p:cxnSp>
        </p:grpSp>
        <p:grpSp>
          <p:nvGrpSpPr>
            <p:cNvPr id="563" name="Google Shape;265;g3e0edb04fb1_0_396"/>
            <p:cNvGrpSpPr/>
            <p:nvPr/>
          </p:nvGrpSpPr>
          <p:grpSpPr>
            <a:xfrm>
              <a:off x="8248320" y="-1632600"/>
              <a:ext cx="681480" cy="3359880"/>
              <a:chOff x="8248320" y="-1632600"/>
              <a:chExt cx="681480" cy="3359880"/>
            </a:xfrm>
          </p:grpSpPr>
          <p:grpSp>
            <p:nvGrpSpPr>
              <p:cNvPr id="564" name="Google Shape;266;g3e0edb04fb1_0_396"/>
              <p:cNvGrpSpPr/>
              <p:nvPr/>
            </p:nvGrpSpPr>
            <p:grpSpPr>
              <a:xfrm>
                <a:off x="8248320" y="-1632600"/>
                <a:ext cx="681120" cy="3359880"/>
                <a:chOff x="8248320" y="-1632600"/>
                <a:chExt cx="681120" cy="3359880"/>
              </a:xfrm>
            </p:grpSpPr>
            <p:cxnSp>
              <p:nvCxnSpPr>
                <p:cNvPr id="565" name="Google Shape;267;g3e0edb04fb1_0_396"/>
                <p:cNvCxnSpPr/>
                <p:nvPr/>
              </p:nvCxnSpPr>
              <p:spPr>
                <a:xfrm flipV="1">
                  <a:off x="8929440" y="-1632600"/>
                  <a:ext cx="360" cy="2669400"/>
                </a:xfrm>
                <a:prstGeom prst="straightConnector1">
                  <a:avLst/>
                </a:prstGeom>
                <a:ln w="9525">
                  <a:solidFill>
                    <a:srgbClr val="afafb6"/>
                  </a:solidFill>
                  <a:round/>
                </a:ln>
              </p:spPr>
            </p:cxnSp>
            <p:cxnSp>
              <p:nvCxnSpPr>
                <p:cNvPr id="566" name="Google Shape;268;g3e0edb04fb1_0_396"/>
                <p:cNvCxnSpPr/>
                <p:nvPr/>
              </p:nvCxnSpPr>
              <p:spPr>
                <a:xfrm flipH="1">
                  <a:off x="8402760" y="1037520"/>
                  <a:ext cx="527040" cy="519120"/>
                </a:xfrm>
                <a:prstGeom prst="straightConnector1">
                  <a:avLst/>
                </a:prstGeom>
                <a:ln w="9525">
                  <a:solidFill>
                    <a:srgbClr val="afafb6"/>
                  </a:solidFill>
                  <a:round/>
                </a:ln>
              </p:spPr>
            </p:cxnSp>
            <p:sp>
              <p:nvSpPr>
                <p:cNvPr id="567" name="Google Shape;269;g3e0edb04fb1_0_396"/>
                <p:cNvSpPr/>
                <p:nvPr/>
              </p:nvSpPr>
              <p:spPr>
                <a:xfrm flipH="1" rot="16200000">
                  <a:off x="8246880" y="1535040"/>
                  <a:ext cx="192960" cy="191160"/>
                </a:xfrm>
                <a:custGeom>
                  <a:avLst/>
                  <a:gdLst>
                    <a:gd name="textAreaLeft" fmla="*/ 360 w 192960"/>
                    <a:gd name="textAreaRight" fmla="*/ 193680 w 192960"/>
                    <a:gd name="textAreaTop" fmla="*/ 0 h 191160"/>
                    <a:gd name="textAreaBottom" fmla="*/ 191520 h 19116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68" name="Google Shape;270;g3e0edb04fb1_0_396"/>
              <p:cNvGrpSpPr/>
              <p:nvPr/>
            </p:nvGrpSpPr>
            <p:grpSpPr>
              <a:xfrm>
                <a:off x="8436600" y="361440"/>
                <a:ext cx="493200" cy="356760"/>
                <a:chOff x="8436600" y="361440"/>
                <a:chExt cx="493200" cy="356760"/>
              </a:xfrm>
            </p:grpSpPr>
            <p:sp>
              <p:nvSpPr>
                <p:cNvPr id="569" name="Google Shape;271;g3e0edb04fb1_0_396"/>
                <p:cNvSpPr/>
                <p:nvPr/>
              </p:nvSpPr>
              <p:spPr>
                <a:xfrm rot="10800000">
                  <a:off x="8582760" y="520200"/>
                  <a:ext cx="347040" cy="198000"/>
                </a:xfrm>
                <a:custGeom>
                  <a:avLst/>
                  <a:gdLst>
                    <a:gd name="textAreaLeft" fmla="*/ 0 w 347040"/>
                    <a:gd name="textAreaRight" fmla="*/ 347400 w 347040"/>
                    <a:gd name="textAreaTop" fmla="*/ 0 h 198000"/>
                    <a:gd name="textAreaBottom" fmla="*/ 198360 h 198000"/>
                  </a:gdLst>
                  <a:ahLst/>
                  <a:rect l="textAreaLeft" t="textAreaTop" r="textAreaRight" b="textAreaBottom"/>
                  <a:pathLst>
                    <a:path fill="none" w="4864" h="2777">
                      <a:moveTo>
                        <a:pt x="4863" y="2776"/>
                      </a:moveTo>
                      <a:lnTo>
                        <a:pt x="2051" y="0"/>
                      </a:lnTo>
                      <a:lnTo>
                        <a:pt x="0" y="0"/>
                      </a:lnTo>
                    </a:path>
                  </a:pathLst>
                </a:custGeom>
                <a:solidFill>
                  <a:schemeClr val="lt2"/>
                </a:solidFill>
                <a:ln cap="rnd" w="9525">
                  <a:solidFill>
                    <a:srgbClr val="69639c"/>
                  </a:solidFill>
                  <a:round/>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70" name="Google Shape;272;g3e0edb04fb1_0_396"/>
                <p:cNvSpPr/>
                <p:nvPr/>
              </p:nvSpPr>
              <p:spPr>
                <a:xfrm rot="10800000">
                  <a:off x="8436600" y="361440"/>
                  <a:ext cx="176760" cy="174600"/>
                </a:xfrm>
                <a:custGeom>
                  <a:avLst/>
                  <a:gdLst>
                    <a:gd name="textAreaLeft" fmla="*/ 0 w 176760"/>
                    <a:gd name="textAreaRight" fmla="*/ 177120 w 176760"/>
                    <a:gd name="textAreaTop" fmla="*/ 0 h 174600"/>
                    <a:gd name="textAreaBottom" fmla="*/ 174960 h 174600"/>
                  </a:gdLst>
                  <a:ahLst/>
                  <a:rect l="textAreaLeft" t="textAreaTop" r="textAreaRight" b="textAreaBottom"/>
                  <a:pathLst>
                    <a:path fill="none" w="2748" h="2719">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a:solidFill>
                    <a:srgbClr val="69639c"/>
                  </a:solidFill>
                  <a:miter/>
                </a:ln>
              </p:spPr>
              <p:style>
                <a:lnRef idx="0"/>
                <a:fillRef idx="0"/>
                <a:effectRef idx="0"/>
                <a:fontRef idx="minor"/>
              </p:style>
              <p:txBody>
                <a:bodyPr tIns="87480" bIns="8748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grpSp>
      <p:grpSp>
        <p:nvGrpSpPr>
          <p:cNvPr id="571" name="Google Shape;273;g3e0edb04fb1_0_396"/>
          <p:cNvGrpSpPr/>
          <p:nvPr/>
        </p:nvGrpSpPr>
        <p:grpSpPr>
          <a:xfrm>
            <a:off x="-150840" y="1137960"/>
            <a:ext cx="9079920" cy="813240"/>
            <a:chOff x="-150840" y="1137960"/>
            <a:chExt cx="9079920" cy="813240"/>
          </a:xfrm>
        </p:grpSpPr>
        <p:sp>
          <p:nvSpPr>
            <p:cNvPr id="572" name="Google Shape;274;g3e0edb04fb1_0_396"/>
            <p:cNvSpPr/>
            <p:nvPr/>
          </p:nvSpPr>
          <p:spPr>
            <a:xfrm flipH="1" rot="5400000">
              <a:off x="49680" y="93744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73" name="Google Shape;275;g3e0edb04fb1_0_396"/>
            <p:cNvSpPr/>
            <p:nvPr/>
          </p:nvSpPr>
          <p:spPr>
            <a:xfrm flipH="1">
              <a:off x="8889480" y="1510560"/>
              <a:ext cx="39600" cy="440640"/>
            </a:xfrm>
            <a:custGeom>
              <a:avLst/>
              <a:gdLst>
                <a:gd name="textAreaLeft" fmla="*/ 360 w 39600"/>
                <a:gd name="textAreaRight" fmla="*/ 40320 w 39600"/>
                <a:gd name="textAreaTop" fmla="*/ 0 h 440640"/>
                <a:gd name="textAreaBottom" fmla="*/ 441000 h 440640"/>
              </a:gdLst>
              <a:ahLst/>
              <a:rect l="textAreaLeft" t="textAreaTop" r="textAreaRight" b="textAreaBottom"/>
              <a:pathLst>
                <a:path w="1146" h="1262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74" name="Google Shape;276;g3e0edb04fb1_0_396"/>
          <p:cNvGrpSpPr/>
          <p:nvPr/>
        </p:nvGrpSpPr>
        <p:grpSpPr>
          <a:xfrm>
            <a:off x="-201240" y="1366920"/>
            <a:ext cx="9922320" cy="3117240"/>
            <a:chOff x="-201240" y="1366920"/>
            <a:chExt cx="9922320" cy="3117240"/>
          </a:xfrm>
        </p:grpSpPr>
        <p:grpSp>
          <p:nvGrpSpPr>
            <p:cNvPr id="575" name="Google Shape;277;g3e0edb04fb1_0_396"/>
            <p:cNvGrpSpPr/>
            <p:nvPr/>
          </p:nvGrpSpPr>
          <p:grpSpPr>
            <a:xfrm>
              <a:off x="8610120" y="3373200"/>
              <a:ext cx="1110960" cy="1110960"/>
              <a:chOff x="8610120" y="3373200"/>
              <a:chExt cx="1110960" cy="1110960"/>
            </a:xfrm>
          </p:grpSpPr>
          <p:sp>
            <p:nvSpPr>
              <p:cNvPr id="576" name="Google Shape;278;g3e0edb04fb1_0_396"/>
              <p:cNvSpPr/>
              <p:nvPr/>
            </p:nvSpPr>
            <p:spPr>
              <a:xfrm>
                <a:off x="8610120" y="3373200"/>
                <a:ext cx="1110960" cy="1110960"/>
              </a:xfrm>
              <a:custGeom>
                <a:avLst/>
                <a:gdLst>
                  <a:gd name="textAreaLeft" fmla="*/ 0 w 1110960"/>
                  <a:gd name="textAreaRight" fmla="*/ 1111320 w 1110960"/>
                  <a:gd name="textAreaTop" fmla="*/ 0 h 1110960"/>
                  <a:gd name="textAreaBottom" fmla="*/ 1111320 h 1110960"/>
                </a:gdLst>
                <a:ahLst/>
                <a:rect l="textAreaLeft" t="textAreaTop" r="textAreaRight" b="textAreaBottom"/>
                <a:pathLst>
                  <a:path fill="none" w="17396" h="17396">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77" name="Google Shape;279;g3e0edb04fb1_0_396"/>
              <p:cNvSpPr/>
              <p:nvPr/>
            </p:nvSpPr>
            <p:spPr>
              <a:xfrm>
                <a:off x="8784000" y="3547080"/>
                <a:ext cx="763560" cy="761760"/>
              </a:xfrm>
              <a:custGeom>
                <a:avLst/>
                <a:gdLst>
                  <a:gd name="textAreaLeft" fmla="*/ 0 w 763560"/>
                  <a:gd name="textAreaRight" fmla="*/ 763920 w 763560"/>
                  <a:gd name="textAreaTop" fmla="*/ 0 h 761760"/>
                  <a:gd name="textAreaBottom" fmla="*/ 762120 h 761760"/>
                </a:gdLst>
                <a:ahLst/>
                <a:rect l="textAreaLeft" t="textAreaTop" r="textAreaRight" b="textAreaBottom"/>
                <a:pathLst>
                  <a:path fill="none" w="11960" h="11931">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a:solidFill>
                  <a:srgbClr val="afafb6"/>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78" name="Google Shape;280;g3e0edb04fb1_0_396"/>
            <p:cNvGrpSpPr/>
            <p:nvPr/>
          </p:nvGrpSpPr>
          <p:grpSpPr>
            <a:xfrm>
              <a:off x="8674560" y="1728000"/>
              <a:ext cx="246240" cy="1159200"/>
              <a:chOff x="8674560" y="1728000"/>
              <a:chExt cx="246240" cy="1159200"/>
            </a:xfrm>
          </p:grpSpPr>
          <p:sp>
            <p:nvSpPr>
              <p:cNvPr id="579" name="Google Shape;281;g3e0edb04fb1_0_396"/>
              <p:cNvSpPr/>
              <p:nvPr/>
            </p:nvSpPr>
            <p:spPr>
              <a:xfrm flipH="1">
                <a:off x="8877600" y="2412720"/>
                <a:ext cx="42840" cy="474480"/>
              </a:xfrm>
              <a:custGeom>
                <a:avLst/>
                <a:gdLst>
                  <a:gd name="textAreaLeft" fmla="*/ -360 w 42840"/>
                  <a:gd name="textAreaRight" fmla="*/ 42840 w 42840"/>
                  <a:gd name="textAreaTop" fmla="*/ 0 h 474480"/>
                  <a:gd name="textAreaBottom" fmla="*/ 47484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80" name="Google Shape;282;g3e0edb04fb1_0_396"/>
              <p:cNvSpPr/>
              <p:nvPr/>
            </p:nvSpPr>
            <p:spPr>
              <a:xfrm flipH="1" rot="10800000">
                <a:off x="8674560" y="1728000"/>
                <a:ext cx="74880" cy="827280"/>
              </a:xfrm>
              <a:custGeom>
                <a:avLst/>
                <a:gdLst>
                  <a:gd name="textAreaLeft" fmla="*/ 360 w 74880"/>
                  <a:gd name="textAreaRight" fmla="*/ 75600 w 74880"/>
                  <a:gd name="textAreaTop" fmla="*/ 0 h 827280"/>
                  <a:gd name="textAreaBottom" fmla="*/ 82764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nvGrpSpPr>
            <p:cNvPr id="581" name="Google Shape;283;g3e0edb04fb1_0_396"/>
            <p:cNvGrpSpPr/>
            <p:nvPr/>
          </p:nvGrpSpPr>
          <p:grpSpPr>
            <a:xfrm>
              <a:off x="-201240" y="1366920"/>
              <a:ext cx="1159200" cy="246600"/>
              <a:chOff x="-201240" y="1366920"/>
              <a:chExt cx="1159200" cy="246600"/>
            </a:xfrm>
          </p:grpSpPr>
          <p:sp>
            <p:nvSpPr>
              <p:cNvPr id="582" name="Google Shape;284;g3e0edb04fb1_0_396"/>
              <p:cNvSpPr/>
              <p:nvPr/>
            </p:nvSpPr>
            <p:spPr>
              <a:xfrm flipV="1" rot="16200000">
                <a:off x="14400" y="1354320"/>
                <a:ext cx="42840" cy="474480"/>
              </a:xfrm>
              <a:custGeom>
                <a:avLst/>
                <a:gdLst>
                  <a:gd name="textAreaLeft" fmla="*/ 0 w 42840"/>
                  <a:gd name="textAreaRight" fmla="*/ 43200 w 42840"/>
                  <a:gd name="textAreaTop" fmla="*/ 360 h 474480"/>
                  <a:gd name="textAreaBottom" fmla="*/ 475200 h 4744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00cada"/>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sp>
            <p:nvSpPr>
              <p:cNvPr id="583" name="Google Shape;285;g3e0edb04fb1_0_396"/>
              <p:cNvSpPr/>
              <p:nvPr/>
            </p:nvSpPr>
            <p:spPr>
              <a:xfrm flipV="1" rot="5400000">
                <a:off x="506880" y="990720"/>
                <a:ext cx="74880" cy="827280"/>
              </a:xfrm>
              <a:custGeom>
                <a:avLst/>
                <a:gdLst>
                  <a:gd name="textAreaLeft" fmla="*/ 0 w 74880"/>
                  <a:gd name="textAreaRight" fmla="*/ 75240 w 74880"/>
                  <a:gd name="textAreaTop" fmla="*/ 360 h 827280"/>
                  <a:gd name="textAreaBottom" fmla="*/ 828000 h 827280"/>
                </a:gdLst>
                <a:ahLst/>
                <a:rect l="textAreaLeft" t="textAreaTop" r="textAreaRight" b="textAreaBottom"/>
                <a:pathLst>
                  <a:path fill="none" w="754" h="8307">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a:solidFill>
                  <a:srgbClr val="69639c"/>
                </a:solidFill>
                <a:miter/>
              </a:ln>
            </p:spPr>
            <p:style>
              <a:lnRef idx="0"/>
              <a:fillRef idx="0"/>
              <a:effectRef idx="0"/>
              <a:fontRef idx="minor"/>
            </p:style>
            <p:txBody>
              <a:bodyPr tIns="91440" bIns="91440" anchor="ctr">
                <a:noAutofit/>
              </a:bodyPr>
              <a:p>
                <a:pPr>
                  <a:lnSpc>
                    <a:spcPct val="100000"/>
                  </a:lnSpc>
                  <a:tabLst>
                    <a:tab algn="l" pos="0"/>
                  </a:tabLst>
                </a:pPr>
                <a:endParaRPr b="0" lang="en-IN" sz="1400" spc="-1" strike="noStrike">
                  <a:solidFill>
                    <a:srgbClr val="000000"/>
                  </a:solidFill>
                  <a:latin typeface="Arial"/>
                  <a:ea typeface="Arial"/>
                </a:endParaRPr>
              </a:p>
            </p:txBody>
          </p:sp>
        </p:grpSp>
      </p:grpSp>
    </p:spTree>
  </p:cSld>
  <p:clrMap bg1="lt1" bg2="lt2" tx1="dk1" tx2="dk2" accent1="accent1" accent2="accent2" accent3="accent3" accent4="accent4" accent5="accent5" accent6="accent6" hlink="hlink" folHlink="folHlink"/>
  <p:sldLayoutIdLst>
    <p:sldLayoutId id="214748369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Google Shape;656;p2"/>
          <p:cNvSpPr/>
          <p:nvPr/>
        </p:nvSpPr>
        <p:spPr>
          <a:xfrm>
            <a:off x="585000" y="2045880"/>
            <a:ext cx="7408440" cy="1722240"/>
          </a:xfrm>
          <a:prstGeom prst="rect">
            <a:avLst/>
          </a:prstGeom>
          <a:noFill/>
          <a:ln w="0">
            <a:noFill/>
          </a:ln>
        </p:spPr>
        <p:style>
          <a:lnRef idx="0"/>
          <a:fillRef idx="0"/>
          <a:effectRef idx="0"/>
          <a:fontRef idx="minor"/>
        </p:style>
        <p:txBody>
          <a:bodyPr tIns="91440" bIns="91440" anchor="t">
            <a:spAutoFit/>
          </a:bodyPr>
          <a:p>
            <a:pPr>
              <a:lnSpc>
                <a:spcPct val="100000"/>
              </a:lnSpc>
              <a:spcBef>
                <a:spcPts val="1001"/>
              </a:spcBef>
              <a:tabLst>
                <a:tab algn="l" pos="0"/>
              </a:tabLst>
            </a:pPr>
            <a:r>
              <a:rPr b="1" lang="en-GB" sz="2400" spc="-1" strike="noStrike">
                <a:solidFill>
                  <a:schemeClr val="dk1"/>
                </a:solidFill>
                <a:latin typeface="Lato"/>
                <a:ea typeface="Lato"/>
              </a:rPr>
              <a:t>IT Ticket Analysis</a:t>
            </a:r>
            <a:endParaRPr b="0" lang="en-IN" sz="2400" spc="-1" strike="noStrike">
              <a:solidFill>
                <a:srgbClr val="ffffff"/>
              </a:solidFill>
              <a:latin typeface="Arial"/>
            </a:endParaRPr>
          </a:p>
          <a:p>
            <a:pPr>
              <a:lnSpc>
                <a:spcPct val="100000"/>
              </a:lnSpc>
              <a:spcBef>
                <a:spcPts val="1001"/>
              </a:spcBef>
              <a:tabLst>
                <a:tab algn="l" pos="0"/>
              </a:tabLst>
            </a:pPr>
            <a:endParaRPr b="0" lang="en-IN" sz="2400" spc="-1" strike="noStrike">
              <a:solidFill>
                <a:srgbClr val="ffffff"/>
              </a:solidFill>
              <a:latin typeface="Arial"/>
            </a:endParaRPr>
          </a:p>
          <a:p>
            <a:pPr marL="457200" indent="457200">
              <a:lnSpc>
                <a:spcPct val="100000"/>
              </a:lnSpc>
              <a:spcBef>
                <a:spcPts val="1001"/>
              </a:spcBef>
              <a:tabLst>
                <a:tab algn="l" pos="0"/>
              </a:tabLst>
            </a:pPr>
            <a:r>
              <a:rPr b="0" i="1" lang="en-GB" sz="1400" spc="-1" strike="noStrike">
                <a:solidFill>
                  <a:schemeClr val="dk1"/>
                </a:solidFill>
                <a:latin typeface="Lato"/>
                <a:ea typeface="Lato"/>
              </a:rPr>
              <a:t>- By Jemish Mangukiya </a:t>
            </a:r>
            <a:endParaRPr b="0" lang="en-IN" sz="1400" spc="-1" strike="noStrike">
              <a:solidFill>
                <a:srgbClr val="ffffff"/>
              </a:solidFill>
              <a:latin typeface="Arial"/>
            </a:endParaRPr>
          </a:p>
          <a:p>
            <a:pPr marL="457200" indent="457200">
              <a:lnSpc>
                <a:spcPct val="100000"/>
              </a:lnSpc>
              <a:spcBef>
                <a:spcPts val="1001"/>
              </a:spcBef>
              <a:tabLst>
                <a:tab algn="l" pos="0"/>
              </a:tabLst>
            </a:pPr>
            <a:r>
              <a:rPr b="0" i="1" lang="en-GB" sz="1400" spc="-1" strike="noStrike">
                <a:solidFill>
                  <a:schemeClr val="dk1"/>
                </a:solidFill>
                <a:latin typeface="Lato"/>
                <a:ea typeface="Lato"/>
              </a:rPr>
              <a:t>  </a:t>
            </a:r>
            <a:r>
              <a:rPr b="0" i="1" lang="en-GB" sz="1400" spc="-1" strike="noStrike">
                <a:solidFill>
                  <a:schemeClr val="dk1"/>
                </a:solidFill>
                <a:latin typeface="Lato"/>
                <a:ea typeface="Lato"/>
              </a:rPr>
              <a:t>13</a:t>
            </a:r>
            <a:r>
              <a:rPr b="0" i="1" lang="en-GB" sz="1400" spc="-1" strike="noStrike" baseline="30000">
                <a:solidFill>
                  <a:schemeClr val="dk1"/>
                </a:solidFill>
                <a:latin typeface="Lato"/>
                <a:ea typeface="Lato"/>
              </a:rPr>
              <a:t>th</a:t>
            </a:r>
            <a:r>
              <a:rPr b="0" i="1" lang="en-GB" sz="1400" spc="-1" strike="noStrike">
                <a:solidFill>
                  <a:schemeClr val="dk1"/>
                </a:solidFill>
                <a:latin typeface="Lato"/>
                <a:ea typeface="Lato"/>
              </a:rPr>
              <a:t> May, 2026</a:t>
            </a:r>
            <a:endParaRPr b="0" lang="en-IN" sz="1400" spc="-1" strike="noStrike">
              <a:solidFill>
                <a:srgbClr val="ffffff"/>
              </a:solidFill>
              <a:latin typeface="Arial"/>
            </a:endParaRPr>
          </a:p>
        </p:txBody>
      </p:sp>
      <p:pic>
        <p:nvPicPr>
          <p:cNvPr id="585" name="Google Shape;657;p2" descr="IT Support Helpdesk Image."/>
          <p:cNvPicPr/>
          <p:nvPr/>
        </p:nvPicPr>
        <p:blipFill>
          <a:blip r:embed="rId1"/>
          <a:srcRect l="9689" t="22677" r="-9689" b="7271"/>
          <a:stretch/>
        </p:blipFill>
        <p:spPr>
          <a:xfrm>
            <a:off x="3876120" y="749520"/>
            <a:ext cx="4333320" cy="3035160"/>
          </a:xfrm>
          <a:prstGeom prst="rect">
            <a:avLst/>
          </a:prstGeom>
          <a:ln w="0">
            <a:noFill/>
          </a:ln>
          <a:effectLst>
            <a:reflection algn="bl" endPos="30000" fadeDir="5400012" rotWithShape="0" stA="15000" sy="-100000"/>
          </a:effectLst>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Google Shape;663;p3"/>
          <p:cNvSpPr/>
          <p:nvPr/>
        </p:nvSpPr>
        <p:spPr>
          <a:xfrm>
            <a:off x="526680" y="677160"/>
            <a:ext cx="5023440" cy="453960"/>
          </a:xfrm>
          <a:prstGeom prst="rect">
            <a:avLst/>
          </a:prstGeom>
          <a:noFill/>
          <a:ln w="0">
            <a:noFill/>
          </a:ln>
        </p:spPr>
        <p:style>
          <a:lnRef idx="0"/>
          <a:fillRef idx="0"/>
          <a:effectRef idx="0"/>
          <a:fontRef idx="minor"/>
        </p:style>
        <p:txBody>
          <a:bodyPr anchor="b">
            <a:noAutofit/>
          </a:bodyPr>
          <a:p>
            <a:pPr>
              <a:lnSpc>
                <a:spcPct val="100000"/>
              </a:lnSpc>
            </a:pPr>
            <a:r>
              <a:rPr b="1" lang="en-GB" sz="2300" spc="-1" strike="noStrike">
                <a:solidFill>
                  <a:schemeClr val="accent3">
                    <a:lumMod val="95000"/>
                  </a:schemeClr>
                </a:solidFill>
                <a:latin typeface="Times New Roman"/>
                <a:ea typeface="Lato"/>
              </a:rPr>
              <a:t>What is IT Tickets? </a:t>
            </a:r>
            <a:endParaRPr b="0" lang="en-IN" sz="2300" spc="-1" strike="noStrike">
              <a:solidFill>
                <a:srgbClr val="ffffff"/>
              </a:solidFill>
              <a:latin typeface="Arial"/>
            </a:endParaRPr>
          </a:p>
        </p:txBody>
      </p:sp>
      <p:sp>
        <p:nvSpPr>
          <p:cNvPr id="587" name="TextBox 2"/>
          <p:cNvSpPr/>
          <p:nvPr/>
        </p:nvSpPr>
        <p:spPr>
          <a:xfrm>
            <a:off x="529200" y="1280520"/>
            <a:ext cx="4571640" cy="686160"/>
          </a:xfrm>
          <a:prstGeom prst="rect">
            <a:avLst/>
          </a:prstGeom>
          <a:noFill/>
          <a:ln w="0">
            <a:noFill/>
          </a:ln>
        </p:spPr>
        <p:style>
          <a:lnRef idx="0"/>
          <a:fillRef idx="0"/>
          <a:effectRef idx="0"/>
          <a:fontRef idx="minor"/>
        </p:style>
        <p:txBody>
          <a:bodyPr numCol="1" spcCol="0" horzOverflow="overflow" anchor="t">
            <a:spAutoFit/>
          </a:bodyPr>
          <a:p>
            <a:pPr algn="just">
              <a:lnSpc>
                <a:spcPct val="100000"/>
              </a:lnSpc>
            </a:pPr>
            <a:r>
              <a:rPr b="0" lang="en-US" sz="1300" spc="-1" strike="noStrike">
                <a:solidFill>
                  <a:schemeClr val="accent3">
                    <a:lumMod val="95000"/>
                  </a:schemeClr>
                </a:solidFill>
                <a:latin typeface="Times New Roman"/>
                <a:ea typeface="Lato"/>
              </a:rPr>
              <a:t>An IT Ticket is a record or a document which is issued by an IT support system to track the request made for issues related to technology or services.</a:t>
            </a:r>
            <a:endParaRPr b="0" lang="en-IN" sz="1300" spc="-1" strike="noStrike">
              <a:solidFill>
                <a:srgbClr val="ffffff"/>
              </a:solidFill>
              <a:latin typeface="Arial"/>
            </a:endParaRPr>
          </a:p>
        </p:txBody>
      </p:sp>
      <p:pic>
        <p:nvPicPr>
          <p:cNvPr id="588" name="Picture 3" descr="A blue and black icon with a wrench and a piece of paper&#10;&#10;AI-generated content may be incorrect."/>
          <p:cNvPicPr/>
          <p:nvPr/>
        </p:nvPicPr>
        <p:blipFill>
          <a:blip r:embed="rId1"/>
          <a:stretch/>
        </p:blipFill>
        <p:spPr>
          <a:xfrm>
            <a:off x="5704560" y="518760"/>
            <a:ext cx="1544760" cy="1523520"/>
          </a:xfrm>
          <a:prstGeom prst="rect">
            <a:avLst/>
          </a:prstGeom>
          <a:ln w="0">
            <a:noFill/>
          </a:ln>
        </p:spPr>
      </p:pic>
      <p:sp>
        <p:nvSpPr>
          <p:cNvPr id="589" name="Google Shape;663;p3"/>
          <p:cNvSpPr/>
          <p:nvPr/>
        </p:nvSpPr>
        <p:spPr>
          <a:xfrm>
            <a:off x="526680" y="3132360"/>
            <a:ext cx="3256200" cy="453960"/>
          </a:xfrm>
          <a:prstGeom prst="rect">
            <a:avLst/>
          </a:prstGeom>
          <a:noFill/>
          <a:ln w="0">
            <a:noFill/>
          </a:ln>
        </p:spPr>
        <p:style>
          <a:lnRef idx="0"/>
          <a:fillRef idx="0"/>
          <a:effectRef idx="0"/>
          <a:fontRef idx="minor"/>
        </p:style>
        <p:txBody>
          <a:bodyPr anchor="b">
            <a:noAutofit/>
          </a:bodyPr>
          <a:p>
            <a:pPr>
              <a:lnSpc>
                <a:spcPct val="100000"/>
              </a:lnSpc>
            </a:pPr>
            <a:r>
              <a:rPr b="1" lang="en-GB" sz="2300" spc="-1" strike="noStrike">
                <a:solidFill>
                  <a:schemeClr val="accent3">
                    <a:lumMod val="95000"/>
                  </a:schemeClr>
                </a:solidFill>
                <a:latin typeface="Times New Roman"/>
                <a:ea typeface="Lato"/>
              </a:rPr>
              <a:t>How IT Ticket Support Cycle Works ?</a:t>
            </a:r>
            <a:endParaRPr b="0" lang="en-IN" sz="2300" spc="-1" strike="noStrike">
              <a:solidFill>
                <a:srgbClr val="ffffff"/>
              </a:solidFill>
              <a:latin typeface="Arial"/>
            </a:endParaRPr>
          </a:p>
        </p:txBody>
      </p:sp>
      <p:sp>
        <p:nvSpPr>
          <p:cNvPr id="590" name="TextBox 4"/>
          <p:cNvSpPr/>
          <p:nvPr/>
        </p:nvSpPr>
        <p:spPr>
          <a:xfrm>
            <a:off x="529200" y="1280520"/>
            <a:ext cx="4571640" cy="686160"/>
          </a:xfrm>
          <a:prstGeom prst="rect">
            <a:avLst/>
          </a:prstGeom>
          <a:noFill/>
          <a:ln w="0">
            <a:noFill/>
          </a:ln>
        </p:spPr>
        <p:style>
          <a:lnRef idx="0"/>
          <a:fillRef idx="0"/>
          <a:effectRef idx="0"/>
          <a:fontRef idx="minor"/>
        </p:style>
        <p:txBody>
          <a:bodyPr numCol="1" spcCol="0" horzOverflow="overflow" anchor="t">
            <a:spAutoFit/>
          </a:bodyPr>
          <a:p>
            <a:pPr algn="just">
              <a:lnSpc>
                <a:spcPct val="100000"/>
              </a:lnSpc>
            </a:pPr>
            <a:r>
              <a:rPr b="0" lang="en-US" sz="1300" spc="-1" strike="noStrike">
                <a:solidFill>
                  <a:schemeClr val="accent3">
                    <a:lumMod val="95000"/>
                  </a:schemeClr>
                </a:solidFill>
                <a:latin typeface="Times New Roman"/>
                <a:ea typeface="Lato"/>
              </a:rPr>
              <a:t>An IT Ticket is a record or a document which is issued by an IT support system to track the request made for issues related to technology or services.</a:t>
            </a:r>
            <a:endParaRPr b="0" lang="en-IN" sz="1300" spc="-1" strike="noStrike">
              <a:solidFill>
                <a:srgbClr val="ffffff"/>
              </a:solidFill>
              <a:latin typeface="Arial"/>
            </a:endParaRPr>
          </a:p>
        </p:txBody>
      </p:sp>
      <p:pic>
        <p:nvPicPr>
          <p:cNvPr id="591" name="Picture 5" descr="A diagram of a customer support system&#10;&#10;AI-generated content may be incorrect."/>
          <p:cNvPicPr/>
          <p:nvPr/>
        </p:nvPicPr>
        <p:blipFill>
          <a:blip r:embed="rId2"/>
          <a:stretch/>
        </p:blipFill>
        <p:spPr>
          <a:xfrm>
            <a:off x="3857760" y="2190600"/>
            <a:ext cx="4307040" cy="2793600"/>
          </a:xfrm>
          <a:prstGeom prst="rect">
            <a:avLst/>
          </a:prstGeom>
          <a:ln cap="sq" w="88900">
            <a:solidFill>
              <a:srgbClr val="ffffff"/>
            </a:solidFill>
            <a:miter/>
          </a:ln>
          <a:effectLst>
            <a:outerShdw algn="tl" blurRad="55080" dir="5400000" dist="18000" rotWithShape="0">
              <a:srgbClr val="000000">
                <a:alpha val="40000"/>
              </a:srgbClr>
            </a:outerShdw>
          </a:effectLst>
          <a:scene3d>
            <a:camera prst="orthographicFront"/>
            <a:lightRig dir="t" rig="twoPt">
              <a:rot lat="0" lon="0" rev="7200000"/>
            </a:lightRig>
          </a:scene3d>
          <a:sp3d>
            <a:bevelT w="25400" h="19050"/>
            <a:contourClr>
              <a:srgbClr val="ffffff"/>
            </a:contourClr>
          </a:sp3d>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2" name="Google Shape;669;p4" descr=""/>
          <p:cNvPicPr/>
          <p:nvPr/>
        </p:nvPicPr>
        <p:blipFill>
          <a:blip r:embed="rId1"/>
          <a:stretch/>
        </p:blipFill>
        <p:spPr>
          <a:xfrm>
            <a:off x="640080" y="2190240"/>
            <a:ext cx="7863120" cy="2563200"/>
          </a:xfrm>
          <a:prstGeom prst="rect">
            <a:avLst/>
          </a:prstGeom>
          <a:ln w="0">
            <a:noFill/>
          </a:ln>
        </p:spPr>
      </p:pic>
      <p:sp>
        <p:nvSpPr>
          <p:cNvPr id="593" name="Google Shape;670;p4"/>
          <p:cNvSpPr/>
          <p:nvPr/>
        </p:nvSpPr>
        <p:spPr>
          <a:xfrm>
            <a:off x="644400" y="152280"/>
            <a:ext cx="7736400" cy="2301840"/>
          </a:xfrm>
          <a:prstGeom prst="rect">
            <a:avLst/>
          </a:prstGeom>
          <a:noFill/>
          <a:ln w="0">
            <a:noFill/>
          </a:ln>
        </p:spPr>
        <p:style>
          <a:lnRef idx="0"/>
          <a:fillRef idx="0"/>
          <a:effectRef idx="0"/>
          <a:fontRef idx="minor"/>
        </p:style>
        <p:txBody>
          <a:bodyPr tIns="91440" bIns="91440" anchor="t">
            <a:spAutoFit/>
          </a:bodyPr>
          <a:p>
            <a:pPr algn="just">
              <a:lnSpc>
                <a:spcPct val="150000"/>
              </a:lnSpc>
              <a:tabLst>
                <a:tab algn="l" pos="0"/>
              </a:tabLst>
            </a:pPr>
            <a:r>
              <a:rPr b="1" lang="en-GB" sz="1800" spc="-1" strike="noStrike">
                <a:solidFill>
                  <a:schemeClr val="accent6"/>
                </a:solidFill>
                <a:latin typeface="Times New Roman"/>
                <a:ea typeface="Lato"/>
              </a:rPr>
              <a:t>Problem Statement</a:t>
            </a:r>
            <a:endParaRPr b="0" lang="en-IN" sz="1800" spc="-1" strike="noStrike">
              <a:solidFill>
                <a:srgbClr val="ffffff"/>
              </a:solidFill>
              <a:latin typeface="Arial"/>
            </a:endParaRPr>
          </a:p>
          <a:p>
            <a:pPr algn="just">
              <a:lnSpc>
                <a:spcPct val="100000"/>
              </a:lnSpc>
              <a:tabLst>
                <a:tab algn="l" pos="0"/>
              </a:tabLst>
            </a:pPr>
            <a:r>
              <a:rPr b="0" lang="en-GB" sz="1400" spc="-1" strike="noStrike">
                <a:solidFill>
                  <a:schemeClr val="accent6"/>
                </a:solidFill>
                <a:latin typeface="Times New Roman"/>
                <a:ea typeface="Lato"/>
              </a:rPr>
              <a:t>The objective is to analyse the IT support ticket management system to understand the performance of IT agents, the efficiency of ticket resolution, and the satisfaction levels of employees. The analysis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b="0" lang="en-IN" sz="1400" spc="-1" strike="noStrike">
              <a:solidFill>
                <a:srgbClr val="ffffff"/>
              </a:solidFill>
              <a:latin typeface="Arial"/>
            </a:endParaRPr>
          </a:p>
          <a:p>
            <a:pPr algn="just">
              <a:lnSpc>
                <a:spcPct val="100000"/>
              </a:lnSpc>
              <a:tabLst>
                <a:tab algn="l" pos="0"/>
              </a:tabLst>
            </a:pPr>
            <a:br>
              <a:rPr sz="1400"/>
            </a:br>
            <a:endParaRPr b="0" lang="en-IN"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TextBox 1"/>
          <p:cNvSpPr/>
          <p:nvPr/>
        </p:nvSpPr>
        <p:spPr>
          <a:xfrm>
            <a:off x="751680" y="129240"/>
            <a:ext cx="4062600" cy="18291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3000" spc="-1" strike="noStrike">
                <a:solidFill>
                  <a:schemeClr val="accent6"/>
                </a:solidFill>
                <a:latin typeface="Times New Roman"/>
                <a:ea typeface="Arial"/>
              </a:rPr>
              <a:t>Data Highlights</a:t>
            </a:r>
            <a:endParaRPr b="0" lang="en-IN" sz="3000" spc="-1" strike="noStrike">
              <a:solidFill>
                <a:srgbClr val="ffffff"/>
              </a:solidFill>
              <a:latin typeface="Arial"/>
            </a:endParaRPr>
          </a:p>
          <a:p>
            <a:pPr>
              <a:lnSpc>
                <a:spcPct val="100000"/>
              </a:lnSpc>
            </a:pPr>
            <a:br>
              <a:rPr sz="1400"/>
            </a:br>
            <a:r>
              <a:rPr b="1" lang="en-US" sz="1400" spc="-1" strike="noStrike">
                <a:solidFill>
                  <a:schemeClr val="accent6"/>
                </a:solidFill>
                <a:latin typeface="Times New Roman"/>
                <a:ea typeface="Arial"/>
              </a:rPr>
              <a:t>Tickets Data Sheet</a:t>
            </a: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a:p>
            <a:pPr marL="228600" indent="-228600">
              <a:lnSpc>
                <a:spcPct val="100000"/>
              </a:lnSpc>
              <a:buClr>
                <a:srgbClr val="000000"/>
              </a:buClr>
              <a:buFont typeface="Arial"/>
              <a:buChar char="•"/>
            </a:pPr>
            <a:r>
              <a:rPr b="1" lang="en-US" sz="1400" spc="-1" strike="noStrike">
                <a:solidFill>
                  <a:schemeClr val="accent6"/>
                </a:solidFill>
                <a:latin typeface="Times New Roman"/>
                <a:ea typeface="Arial"/>
              </a:rPr>
              <a:t>Total Tickets: 97498</a:t>
            </a:r>
            <a:endParaRPr b="0" lang="en-IN" sz="1400" spc="-1" strike="noStrike">
              <a:solidFill>
                <a:srgbClr val="ffffff"/>
              </a:solidFill>
              <a:latin typeface="Arial"/>
            </a:endParaRPr>
          </a:p>
          <a:p>
            <a:pPr marL="228600" indent="-228600">
              <a:lnSpc>
                <a:spcPct val="100000"/>
              </a:lnSpc>
              <a:buClr>
                <a:srgbClr val="000000"/>
              </a:buClr>
              <a:buFont typeface="Arial"/>
              <a:buChar char="•"/>
            </a:pPr>
            <a:r>
              <a:rPr b="1" lang="en-US" sz="1400" spc="-1" strike="noStrike">
                <a:solidFill>
                  <a:schemeClr val="accent6"/>
                </a:solidFill>
                <a:latin typeface="Times New Roman"/>
                <a:ea typeface="Arial"/>
              </a:rPr>
              <a:t>No. of Attributes: 10</a:t>
            </a:r>
            <a:endParaRPr b="0" lang="en-IN" sz="1400" spc="-1" strike="noStrike">
              <a:solidFill>
                <a:srgbClr val="ffffff"/>
              </a:solidFill>
              <a:latin typeface="Arial"/>
            </a:endParaRPr>
          </a:p>
          <a:p>
            <a:pPr algn="ctr">
              <a:lnSpc>
                <a:spcPct val="100000"/>
              </a:lnSpc>
            </a:pPr>
            <a:endParaRPr b="0" lang="en-IN" sz="1400" spc="-1" strike="noStrike">
              <a:solidFill>
                <a:srgbClr val="ffffff"/>
              </a:solidFill>
              <a:latin typeface="Arial"/>
            </a:endParaRPr>
          </a:p>
        </p:txBody>
      </p:sp>
      <p:pic>
        <p:nvPicPr>
          <p:cNvPr id="595" name="Picture 2" descr="A screenshot of a computer&#10;&#10;AI-generated content may be incorrect."/>
          <p:cNvPicPr/>
          <p:nvPr/>
        </p:nvPicPr>
        <p:blipFill>
          <a:blip r:embed="rId1"/>
          <a:stretch/>
        </p:blipFill>
        <p:spPr>
          <a:xfrm>
            <a:off x="154440" y="1963080"/>
            <a:ext cx="4497480" cy="2625840"/>
          </a:xfrm>
          <a:prstGeom prst="rect">
            <a:avLst/>
          </a:prstGeom>
          <a:ln w="0">
            <a:noFill/>
          </a:ln>
        </p:spPr>
      </p:pic>
      <p:pic>
        <p:nvPicPr>
          <p:cNvPr id="596" name="Picture 3" descr="A screenshot of a data&#10;&#10;AI-generated content may be incorrect."/>
          <p:cNvPicPr/>
          <p:nvPr/>
        </p:nvPicPr>
        <p:blipFill>
          <a:blip r:embed="rId2"/>
          <a:stretch/>
        </p:blipFill>
        <p:spPr>
          <a:xfrm>
            <a:off x="4813200" y="1966680"/>
            <a:ext cx="4175640" cy="2619000"/>
          </a:xfrm>
          <a:prstGeom prst="rect">
            <a:avLst/>
          </a:prstGeom>
          <a:ln w="0">
            <a:noFill/>
          </a:ln>
        </p:spPr>
      </p:pic>
      <p:sp>
        <p:nvSpPr>
          <p:cNvPr id="597" name="TextBox 4"/>
          <p:cNvSpPr/>
          <p:nvPr/>
        </p:nvSpPr>
        <p:spPr>
          <a:xfrm>
            <a:off x="5261040" y="129240"/>
            <a:ext cx="4062600" cy="1585440"/>
          </a:xfrm>
          <a:prstGeom prst="rect">
            <a:avLst/>
          </a:prstGeom>
          <a:noFill/>
          <a:ln w="0">
            <a:noFill/>
          </a:ln>
        </p:spPr>
        <p:style>
          <a:lnRef idx="0"/>
          <a:fillRef idx="0"/>
          <a:effectRef idx="0"/>
          <a:fontRef idx="minor"/>
        </p:style>
        <p:txBody>
          <a:bodyPr numCol="1" spcCol="0" horzOverflow="overflow" anchor="t">
            <a:spAutoFit/>
          </a:bodyPr>
          <a:p>
            <a:pPr>
              <a:lnSpc>
                <a:spcPct val="100000"/>
              </a:lnSpc>
            </a:pP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a:p>
            <a:pPr>
              <a:lnSpc>
                <a:spcPct val="100000"/>
              </a:lnSpc>
            </a:pPr>
            <a:br>
              <a:rPr sz="1400"/>
            </a:br>
            <a:r>
              <a:rPr b="1" lang="en-US" sz="1400" spc="-1" strike="noStrike">
                <a:solidFill>
                  <a:schemeClr val="accent6"/>
                </a:solidFill>
                <a:latin typeface="Times New Roman"/>
                <a:ea typeface="Arial"/>
              </a:rPr>
              <a:t>IT Agents Data Sheet</a:t>
            </a: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a:p>
            <a:pPr marL="228600" indent="-228600">
              <a:lnSpc>
                <a:spcPct val="100000"/>
              </a:lnSpc>
              <a:buClr>
                <a:srgbClr val="000000"/>
              </a:buClr>
              <a:buFont typeface="Arial"/>
              <a:buChar char="•"/>
            </a:pPr>
            <a:r>
              <a:rPr b="1" lang="en-US" sz="1400" spc="-1" strike="noStrike">
                <a:solidFill>
                  <a:schemeClr val="accent6"/>
                </a:solidFill>
                <a:latin typeface="Times New Roman"/>
                <a:ea typeface="Arial"/>
              </a:rPr>
              <a:t>Total Agents: 50</a:t>
            </a:r>
            <a:endParaRPr b="0" lang="en-IN" sz="1400" spc="-1" strike="noStrike">
              <a:solidFill>
                <a:srgbClr val="ffffff"/>
              </a:solidFill>
              <a:latin typeface="Arial"/>
            </a:endParaRPr>
          </a:p>
          <a:p>
            <a:pPr marL="228600" indent="-228600">
              <a:lnSpc>
                <a:spcPct val="100000"/>
              </a:lnSpc>
              <a:buClr>
                <a:srgbClr val="000000"/>
              </a:buClr>
              <a:buFont typeface="Arial"/>
              <a:buChar char="•"/>
            </a:pPr>
            <a:r>
              <a:rPr b="1" lang="en-US" sz="1400" spc="-1" strike="noStrike">
                <a:solidFill>
                  <a:schemeClr val="accent6"/>
                </a:solidFill>
                <a:latin typeface="Times New Roman"/>
                <a:ea typeface="Arial"/>
              </a:rPr>
              <a:t>No. of Attributes: 6</a:t>
            </a:r>
            <a:endParaRPr b="0" lang="en-IN"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Google Shape;682;p6"/>
          <p:cNvSpPr/>
          <p:nvPr/>
        </p:nvSpPr>
        <p:spPr>
          <a:xfrm>
            <a:off x="338400" y="533520"/>
            <a:ext cx="8466480" cy="399960"/>
          </a:xfrm>
          <a:prstGeom prst="rect">
            <a:avLst/>
          </a:prstGeom>
          <a:noFill/>
          <a:ln w="0">
            <a:noFill/>
          </a:ln>
        </p:spPr>
        <p:style>
          <a:lnRef idx="0"/>
          <a:fillRef idx="0"/>
          <a:effectRef idx="0"/>
          <a:fontRef idx="minor"/>
        </p:style>
        <p:txBody>
          <a:bodyPr tIns="91440" bIns="91440" anchor="t">
            <a:spAutoFit/>
          </a:bodyPr>
          <a:p>
            <a:pPr>
              <a:lnSpc>
                <a:spcPct val="115000"/>
              </a:lnSpc>
              <a:spcAft>
                <a:spcPts val="1001"/>
              </a:spcAft>
              <a:tabLst>
                <a:tab algn="l" pos="0"/>
              </a:tabLst>
            </a:pPr>
            <a:endParaRPr b="0" lang="en-IN" sz="1400" spc="-1" strike="noStrike">
              <a:solidFill>
                <a:srgbClr val="000000"/>
              </a:solidFill>
              <a:latin typeface="Arial"/>
              <a:ea typeface="Arial"/>
            </a:endParaRPr>
          </a:p>
        </p:txBody>
      </p:sp>
      <p:sp>
        <p:nvSpPr>
          <p:cNvPr id="599" name="TextBox 1"/>
          <p:cNvSpPr/>
          <p:nvPr/>
        </p:nvSpPr>
        <p:spPr>
          <a:xfrm>
            <a:off x="338760" y="380880"/>
            <a:ext cx="4571640" cy="54828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3000" spc="-1" strike="noStrike">
                <a:solidFill>
                  <a:srgbClr val="ffffff"/>
                </a:solidFill>
                <a:latin typeface="Times New Roman"/>
                <a:ea typeface="Arial"/>
              </a:rPr>
              <a:t>Data Cleaning</a:t>
            </a:r>
            <a:endParaRPr b="0" lang="en-IN" sz="3000" spc="-1" strike="noStrike">
              <a:solidFill>
                <a:srgbClr val="ffffff"/>
              </a:solidFill>
              <a:latin typeface="Arial"/>
            </a:endParaRPr>
          </a:p>
        </p:txBody>
      </p:sp>
      <p:graphicFrame>
        <p:nvGraphicFramePr>
          <p:cNvPr id="600" name="Table 2"/>
          <p:cNvGraphicFramePr/>
          <p:nvPr/>
        </p:nvGraphicFramePr>
        <p:xfrm>
          <a:off x="467640" y="1289880"/>
          <a:ext cx="6474960" cy="2440080"/>
        </p:xfrm>
        <a:graphic>
          <a:graphicData uri="http://schemas.openxmlformats.org/drawingml/2006/table">
            <a:tbl>
              <a:tblPr/>
              <a:tblGrid>
                <a:gridCol w="2264760"/>
                <a:gridCol w="4210200"/>
              </a:tblGrid>
              <a:tr h="370800">
                <a:tc>
                  <a:txBody>
                    <a:bodyPr lIns="137160" rIns="137160" tIns="137160" bIns="137160" anchor="ctr">
                      <a:noAutofit/>
                    </a:bodyPr>
                    <a:p>
                      <a:pPr>
                        <a:lnSpc>
                          <a:spcPct val="100000"/>
                        </a:lnSpc>
                      </a:pPr>
                      <a:r>
                        <a:rPr b="1" lang="en-GB" sz="1400" spc="-1" strike="noStrike">
                          <a:solidFill>
                            <a:schemeClr val="dk2"/>
                          </a:solidFill>
                          <a:latin typeface="Arial"/>
                          <a:ea typeface="Arial"/>
                        </a:rPr>
                        <a:t>Missing Values</a:t>
                      </a:r>
                      <a:endParaRPr b="0" lang="en-IN" sz="14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c>
                  <a:txBody>
                    <a:bodyPr lIns="137160" rIns="137160" tIns="137160" bIns="137160" anchor="ctr">
                      <a:noAutofit/>
                    </a:bodyPr>
                    <a:p>
                      <a:pPr>
                        <a:lnSpc>
                          <a:spcPct val="100000"/>
                        </a:lnSpc>
                      </a:pPr>
                      <a:r>
                        <a:rPr b="0" lang="en-GB" sz="1200" spc="-1" strike="noStrike">
                          <a:solidFill>
                            <a:schemeClr val="dk2"/>
                          </a:solidFill>
                          <a:latin typeface="Arial"/>
                          <a:ea typeface="Arial"/>
                        </a:rPr>
                        <a:t>Agent Name – Filled using VLOOKUP using IT Agents Sheet.</a:t>
                      </a:r>
                      <a:endParaRPr b="0" lang="en-IN" sz="12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r>
              <a:tr h="370800">
                <a:tc>
                  <a:txBody>
                    <a:bodyPr lIns="137160" rIns="137160" tIns="137160" bIns="137160" anchor="ctr">
                      <a:noAutofit/>
                    </a:bodyPr>
                    <a:p>
                      <a:pPr>
                        <a:lnSpc>
                          <a:spcPct val="100000"/>
                        </a:lnSpc>
                      </a:pPr>
                      <a:r>
                        <a:rPr b="1" lang="en-GB" sz="1400" spc="-1" strike="noStrike">
                          <a:solidFill>
                            <a:schemeClr val="dk2"/>
                          </a:solidFill>
                          <a:latin typeface="Arial"/>
                          <a:ea typeface="Arial"/>
                        </a:rPr>
                        <a:t>Duplicate Records</a:t>
                      </a:r>
                      <a:endParaRPr b="0" lang="en-IN" sz="14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c>
                  <a:txBody>
                    <a:bodyPr lIns="137160" rIns="137160" tIns="137160" bIns="137160" anchor="ctr">
                      <a:noAutofit/>
                    </a:bodyPr>
                    <a:p>
                      <a:pPr>
                        <a:lnSpc>
                          <a:spcPct val="100000"/>
                        </a:lnSpc>
                      </a:pPr>
                      <a:r>
                        <a:rPr b="0" lang="en-GB" sz="1200" spc="-1" strike="noStrike">
                          <a:solidFill>
                            <a:schemeClr val="dk2"/>
                          </a:solidFill>
                          <a:latin typeface="Arial"/>
                          <a:ea typeface="Arial"/>
                        </a:rPr>
                        <a:t>All records are unique.</a:t>
                      </a:r>
                      <a:endParaRPr b="0" lang="en-IN" sz="12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r>
              <a:tr h="370800">
                <a:tc>
                  <a:txBody>
                    <a:bodyPr lIns="137160" rIns="137160" tIns="137160" bIns="137160" anchor="ctr">
                      <a:noAutofit/>
                    </a:bodyPr>
                    <a:p>
                      <a:pPr>
                        <a:lnSpc>
                          <a:spcPct val="100000"/>
                        </a:lnSpc>
                      </a:pPr>
                      <a:r>
                        <a:rPr b="1" lang="en-GB" sz="1400" spc="-1" strike="noStrike">
                          <a:solidFill>
                            <a:schemeClr val="dk2"/>
                          </a:solidFill>
                          <a:latin typeface="Arial"/>
                          <a:ea typeface="Arial"/>
                        </a:rPr>
                        <a:t>Spelling Errors</a:t>
                      </a:r>
                      <a:endParaRPr b="0" lang="en-IN" sz="14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c>
                  <a:txBody>
                    <a:bodyPr lIns="137160" rIns="137160" tIns="137160" bIns="137160" anchor="ctr">
                      <a:noAutofit/>
                    </a:bodyPr>
                    <a:p>
                      <a:pPr>
                        <a:lnSpc>
                          <a:spcPct val="100000"/>
                        </a:lnSpc>
                      </a:pPr>
                      <a:r>
                        <a:rPr b="0" lang="en-GB" sz="1200" spc="-1" strike="noStrike">
                          <a:solidFill>
                            <a:schemeClr val="dk2"/>
                          </a:solidFill>
                          <a:latin typeface="Arial"/>
                          <a:ea typeface="Arial"/>
                        </a:rPr>
                        <a:t>Unassiged                                           Unassigned</a:t>
                      </a:r>
                      <a:endParaRPr b="0" lang="en-IN" sz="1200" spc="-1" strike="noStrike">
                        <a:solidFill>
                          <a:srgbClr val="000000"/>
                        </a:solidFill>
                        <a:latin typeface="Arial"/>
                      </a:endParaRPr>
                    </a:p>
                    <a:p>
                      <a:pPr>
                        <a:lnSpc>
                          <a:spcPct val="100000"/>
                        </a:lnSpc>
                      </a:pPr>
                      <a:r>
                        <a:rPr b="0" lang="en-GB" sz="1200" spc="-1" strike="noStrike">
                          <a:solidFill>
                            <a:schemeClr val="dk2"/>
                          </a:solidFill>
                          <a:latin typeface="Arial"/>
                          <a:ea typeface="Arial"/>
                        </a:rPr>
                        <a:t>Unclasified                                           Unclassified</a:t>
                      </a:r>
                      <a:endParaRPr b="0" lang="en-IN" sz="1200" spc="-1" strike="noStrike">
                        <a:solidFill>
                          <a:srgbClr val="000000"/>
                        </a:solidFill>
                        <a:latin typeface="Arial"/>
                      </a:endParaRPr>
                    </a:p>
                    <a:p>
                      <a:pPr>
                        <a:lnSpc>
                          <a:spcPct val="100000"/>
                        </a:lnSpc>
                      </a:pPr>
                      <a:r>
                        <a:rPr b="0" lang="en-GB" sz="1200" spc="-1" strike="noStrike">
                          <a:solidFill>
                            <a:schemeClr val="dk2"/>
                          </a:solidFill>
                          <a:latin typeface="Arial"/>
                          <a:ea typeface="Arial"/>
                        </a:rPr>
                        <a:t>Mayor                                                   Major</a:t>
                      </a:r>
                      <a:endParaRPr b="0" lang="en-IN" sz="12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r>
              <a:tr h="370800">
                <a:tc>
                  <a:txBody>
                    <a:bodyPr lIns="137160" rIns="137160" tIns="137160" bIns="137160" anchor="ctr">
                      <a:noAutofit/>
                    </a:bodyPr>
                    <a:p>
                      <a:pPr>
                        <a:lnSpc>
                          <a:spcPct val="100000"/>
                        </a:lnSpc>
                      </a:pPr>
                      <a:r>
                        <a:rPr b="1" lang="en-GB" sz="1400" spc="-1" strike="noStrike">
                          <a:solidFill>
                            <a:schemeClr val="dk2"/>
                          </a:solidFill>
                          <a:latin typeface="Arial"/>
                          <a:ea typeface="Arial"/>
                        </a:rPr>
                        <a:t>Severity</a:t>
                      </a:r>
                      <a:endParaRPr b="0" lang="en-IN" sz="14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c>
                  <a:txBody>
                    <a:bodyPr lIns="137160" rIns="137160" tIns="137160" bIns="137160" anchor="ctr">
                      <a:noAutofit/>
                    </a:bodyPr>
                    <a:p>
                      <a:pPr>
                        <a:lnSpc>
                          <a:spcPct val="100000"/>
                        </a:lnSpc>
                      </a:pPr>
                      <a:r>
                        <a:rPr b="0" lang="en-GB" sz="1200" spc="-1" strike="noStrike">
                          <a:solidFill>
                            <a:schemeClr val="dk2"/>
                          </a:solidFill>
                          <a:latin typeface="Arial"/>
                          <a:ea typeface="Arial"/>
                        </a:rPr>
                        <a:t>Numeric conversion for scattering analysis.</a:t>
                      </a:r>
                      <a:endParaRPr b="0" lang="en-IN" sz="1200" spc="-1" strike="noStrike">
                        <a:solidFill>
                          <a:srgbClr val="000000"/>
                        </a:solidFill>
                        <a:latin typeface="Arial"/>
                      </a:endParaRPr>
                    </a:p>
                  </a:txBody>
                  <a:tcPr anchor="ctr" marL="137160" marR="13716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6"/>
                    </a:solidFill>
                  </a:tcPr>
                </a:tc>
              </a:tr>
            </a:tbl>
          </a:graphicData>
        </a:graphic>
      </p:graphicFrame>
      <p:sp>
        <p:nvSpPr>
          <p:cNvPr id="601" name="Arrow: Right 3"/>
          <p:cNvSpPr/>
          <p:nvPr/>
        </p:nvSpPr>
        <p:spPr>
          <a:xfrm>
            <a:off x="4088520" y="2687400"/>
            <a:ext cx="978120" cy="209160"/>
          </a:xfrm>
          <a:prstGeom prst="rightArrow">
            <a:avLst>
              <a:gd name="adj1" fmla="val 50000"/>
              <a:gd name="adj2" fmla="val 50000"/>
            </a:avLst>
          </a:prstGeom>
          <a:solidFill>
            <a:srgbClr val="69639c"/>
          </a:solidFill>
          <a:ln>
            <a:solidFill>
              <a:srgbClr val="2e2b44"/>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GB" sz="1400" spc="-1" strike="noStrike">
              <a:solidFill>
                <a:schemeClr val="lt1"/>
              </a:solidFill>
              <a:latin typeface="Arial"/>
              <a:ea typeface="Arial"/>
            </a:endParaRPr>
          </a:p>
        </p:txBody>
      </p:sp>
      <p:pic>
        <p:nvPicPr>
          <p:cNvPr id="602" name="Picture 4" descr="A hand holding a brush next to a yellow circular object&#10;&#10;AI-generated content may be incorrect."/>
          <p:cNvPicPr/>
          <p:nvPr/>
        </p:nvPicPr>
        <p:blipFill>
          <a:blip r:embed="rId1"/>
          <a:stretch/>
        </p:blipFill>
        <p:spPr>
          <a:xfrm>
            <a:off x="6022800" y="2899080"/>
            <a:ext cx="3118680" cy="31680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Google Shape;700;p9"/>
          <p:cNvSpPr/>
          <p:nvPr/>
        </p:nvSpPr>
        <p:spPr>
          <a:xfrm>
            <a:off x="545400" y="241560"/>
            <a:ext cx="525420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Key Performance Indicators</a:t>
            </a:r>
            <a:endParaRPr b="0" lang="en-IN" sz="3000" spc="-1" strike="noStrike">
              <a:solidFill>
                <a:srgbClr val="ffffff"/>
              </a:solidFill>
              <a:latin typeface="Arial"/>
            </a:endParaRPr>
          </a:p>
        </p:txBody>
      </p:sp>
      <p:sp>
        <p:nvSpPr>
          <p:cNvPr id="604" name="Rectangle: Rounded Corners 1"/>
          <p:cNvSpPr/>
          <p:nvPr/>
        </p:nvSpPr>
        <p:spPr>
          <a:xfrm>
            <a:off x="548280" y="1156680"/>
            <a:ext cx="1909080" cy="384840"/>
          </a:xfrm>
          <a:prstGeom prst="roundRect">
            <a:avLst>
              <a:gd name="adj" fmla="val 16667"/>
            </a:avLst>
          </a:prstGeom>
          <a:solidFill>
            <a:srgbClr val="002060"/>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en-US" sz="2000" spc="-1" strike="noStrike">
                <a:solidFill>
                  <a:schemeClr val="accent6"/>
                </a:solidFill>
                <a:latin typeface="Times New Roman"/>
                <a:ea typeface="Arial"/>
              </a:rPr>
              <a:t>    </a:t>
            </a:r>
            <a:r>
              <a:rPr b="1" lang="en-US" sz="2000" spc="-1" strike="noStrike">
                <a:solidFill>
                  <a:schemeClr val="accent6"/>
                </a:solidFill>
                <a:latin typeface="Times New Roman"/>
                <a:ea typeface="Arial"/>
              </a:rPr>
              <a:t>97498</a:t>
            </a:r>
            <a:endParaRPr b="0" lang="en-IN" sz="2000" spc="-1" strike="noStrike">
              <a:solidFill>
                <a:srgbClr val="ffffff"/>
              </a:solidFill>
              <a:latin typeface="Arial"/>
            </a:endParaRPr>
          </a:p>
        </p:txBody>
      </p:sp>
      <p:sp>
        <p:nvSpPr>
          <p:cNvPr id="605" name="Rectangle: Rounded Corners 4"/>
          <p:cNvSpPr/>
          <p:nvPr/>
        </p:nvSpPr>
        <p:spPr>
          <a:xfrm>
            <a:off x="548280" y="1915560"/>
            <a:ext cx="1909080" cy="463680"/>
          </a:xfrm>
          <a:prstGeom prst="roundRect">
            <a:avLst>
              <a:gd name="adj" fmla="val 16667"/>
            </a:avLst>
          </a:prstGeom>
          <a:solidFill>
            <a:srgbClr val="002060"/>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anchor="ctr">
            <a:noAutofit/>
          </a:bodyPr>
          <a:p>
            <a:pPr algn="ctr">
              <a:lnSpc>
                <a:spcPct val="100000"/>
              </a:lnSpc>
            </a:pPr>
            <a:r>
              <a:rPr b="1" lang="en-US" sz="2000" spc="-1" strike="noStrike">
                <a:solidFill>
                  <a:schemeClr val="accent6"/>
                </a:solidFill>
                <a:latin typeface="Times New Roman"/>
                <a:ea typeface="Arial"/>
              </a:rPr>
              <a:t>50</a:t>
            </a:r>
            <a:endParaRPr b="0" lang="en-IN" sz="2000" spc="-1" strike="noStrike">
              <a:solidFill>
                <a:srgbClr val="ffffff"/>
              </a:solidFill>
              <a:latin typeface="Arial"/>
            </a:endParaRPr>
          </a:p>
        </p:txBody>
      </p:sp>
      <p:sp>
        <p:nvSpPr>
          <p:cNvPr id="606" name="Rectangle: Rounded Corners 11"/>
          <p:cNvSpPr/>
          <p:nvPr/>
        </p:nvSpPr>
        <p:spPr>
          <a:xfrm>
            <a:off x="548280" y="2595240"/>
            <a:ext cx="1909080" cy="562320"/>
          </a:xfrm>
          <a:prstGeom prst="roundRect">
            <a:avLst>
              <a:gd name="adj" fmla="val 16667"/>
            </a:avLst>
          </a:prstGeom>
          <a:solidFill>
            <a:srgbClr val="002060"/>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anchor="ctr">
            <a:noAutofit/>
          </a:bodyPr>
          <a:p>
            <a:pPr algn="ctr">
              <a:lnSpc>
                <a:spcPct val="100000"/>
              </a:lnSpc>
            </a:pPr>
            <a:r>
              <a:rPr b="1" lang="en-US" sz="2000" spc="-1" strike="noStrike">
                <a:solidFill>
                  <a:srgbClr val="ffc000"/>
                </a:solidFill>
                <a:latin typeface="Times New Roman"/>
              </a:rPr>
              <a:t>        </a:t>
            </a:r>
            <a:r>
              <a:rPr b="1" lang="en-US" sz="2000" spc="-1" strike="noStrike">
                <a:solidFill>
                  <a:srgbClr val="ffc000"/>
                </a:solidFill>
                <a:latin typeface="Times New Roman"/>
              </a:rPr>
              <a:t>~ 4.6 Days</a:t>
            </a:r>
            <a:endParaRPr b="0" lang="en-IN" sz="2000" spc="-1" strike="noStrike">
              <a:solidFill>
                <a:srgbClr val="ffffff"/>
              </a:solidFill>
              <a:latin typeface="Arial"/>
            </a:endParaRPr>
          </a:p>
        </p:txBody>
      </p:sp>
      <p:sp>
        <p:nvSpPr>
          <p:cNvPr id="607" name="Rectangle: Rounded Corners 13"/>
          <p:cNvSpPr/>
          <p:nvPr/>
        </p:nvSpPr>
        <p:spPr>
          <a:xfrm>
            <a:off x="548280" y="3442680"/>
            <a:ext cx="1909080" cy="552600"/>
          </a:xfrm>
          <a:prstGeom prst="roundRect">
            <a:avLst>
              <a:gd name="adj" fmla="val 16667"/>
            </a:avLst>
          </a:prstGeom>
          <a:solidFill>
            <a:srgbClr val="002060"/>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anchor="ctr">
            <a:noAutofit/>
          </a:bodyPr>
          <a:p>
            <a:pPr algn="ctr">
              <a:lnSpc>
                <a:spcPct val="100000"/>
              </a:lnSpc>
            </a:pPr>
            <a:r>
              <a:rPr b="1" lang="en-US" sz="2000" spc="-1" strike="noStrike">
                <a:solidFill>
                  <a:srgbClr val="92d050"/>
                </a:solidFill>
                <a:latin typeface="Times New Roman"/>
              </a:rPr>
              <a:t>     </a:t>
            </a:r>
            <a:r>
              <a:rPr b="1" lang="en-US" sz="2000" spc="-1" strike="noStrike">
                <a:solidFill>
                  <a:srgbClr val="92d050"/>
                </a:solidFill>
                <a:latin typeface="Times New Roman"/>
              </a:rPr>
              <a:t>~ 4.1</a:t>
            </a:r>
            <a:r>
              <a:rPr b="1" lang="en-US" sz="2000" spc="-1" strike="noStrike">
                <a:solidFill>
                  <a:schemeClr val="accent6"/>
                </a:solidFill>
                <a:latin typeface="Times New Roman"/>
              </a:rPr>
              <a:t> / 5</a:t>
            </a:r>
            <a:endParaRPr b="0" lang="en-IN" sz="2000" spc="-1" strike="noStrike">
              <a:solidFill>
                <a:srgbClr val="ffffff"/>
              </a:solidFill>
              <a:latin typeface="Arial"/>
            </a:endParaRPr>
          </a:p>
        </p:txBody>
      </p:sp>
      <p:sp>
        <p:nvSpPr>
          <p:cNvPr id="608" name="TextBox 16"/>
          <p:cNvSpPr/>
          <p:nvPr/>
        </p:nvSpPr>
        <p:spPr>
          <a:xfrm>
            <a:off x="3309120" y="1198080"/>
            <a:ext cx="4743000" cy="3045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400" spc="-1" strike="noStrike">
                <a:solidFill>
                  <a:schemeClr val="dk1"/>
                </a:solidFill>
                <a:latin typeface="Arial"/>
                <a:ea typeface="Arial"/>
              </a:rPr>
              <a:t>Number of tickets logged during 2016 - 2020</a:t>
            </a:r>
            <a:endParaRPr b="0" lang="en-IN" sz="1400" spc="-1" strike="noStrike">
              <a:solidFill>
                <a:srgbClr val="ffffff"/>
              </a:solidFill>
              <a:latin typeface="Arial"/>
            </a:endParaRPr>
          </a:p>
        </p:txBody>
      </p:sp>
      <p:sp>
        <p:nvSpPr>
          <p:cNvPr id="609" name="TextBox 17"/>
          <p:cNvSpPr/>
          <p:nvPr/>
        </p:nvSpPr>
        <p:spPr>
          <a:xfrm>
            <a:off x="3309120" y="1996200"/>
            <a:ext cx="4743000" cy="3045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400" spc="-1" strike="noStrike">
                <a:solidFill>
                  <a:schemeClr val="dk1"/>
                </a:solidFill>
                <a:latin typeface="Arial"/>
                <a:ea typeface="Arial"/>
              </a:rPr>
              <a:t>Number of Agent </a:t>
            </a:r>
            <a:endParaRPr b="0" lang="en-IN" sz="1400" spc="-1" strike="noStrike">
              <a:solidFill>
                <a:srgbClr val="ffffff"/>
              </a:solidFill>
              <a:latin typeface="Arial"/>
            </a:endParaRPr>
          </a:p>
        </p:txBody>
      </p:sp>
      <p:sp>
        <p:nvSpPr>
          <p:cNvPr id="610" name="TextBox 18"/>
          <p:cNvSpPr/>
          <p:nvPr/>
        </p:nvSpPr>
        <p:spPr>
          <a:xfrm>
            <a:off x="3309120" y="2725560"/>
            <a:ext cx="4743000" cy="3045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400" spc="-1" strike="noStrike">
                <a:solidFill>
                  <a:schemeClr val="dk1"/>
                </a:solidFill>
                <a:latin typeface="Arial"/>
                <a:ea typeface="Arial"/>
              </a:rPr>
              <a:t>Average Resolution Time</a:t>
            </a:r>
            <a:endParaRPr b="0" lang="en-IN" sz="1400" spc="-1" strike="noStrike">
              <a:solidFill>
                <a:srgbClr val="ffffff"/>
              </a:solidFill>
              <a:latin typeface="Arial"/>
            </a:endParaRPr>
          </a:p>
        </p:txBody>
      </p:sp>
      <p:sp>
        <p:nvSpPr>
          <p:cNvPr id="611" name="TextBox 19"/>
          <p:cNvSpPr/>
          <p:nvPr/>
        </p:nvSpPr>
        <p:spPr>
          <a:xfrm>
            <a:off x="3309120" y="3562920"/>
            <a:ext cx="4743000" cy="3045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400" spc="-1" strike="noStrike">
                <a:solidFill>
                  <a:schemeClr val="dk1"/>
                </a:solidFill>
                <a:latin typeface="Arial"/>
                <a:ea typeface="Arial"/>
              </a:rPr>
              <a:t>Average Satisfaction Rate</a:t>
            </a:r>
            <a:endParaRPr b="0" lang="en-IN" sz="1400" spc="-1" strike="noStrike">
              <a:solidFill>
                <a:srgbClr val="ffffff"/>
              </a:solidFill>
              <a:latin typeface="Arial"/>
            </a:endParaRPr>
          </a:p>
        </p:txBody>
      </p:sp>
      <p:pic>
        <p:nvPicPr>
          <p:cNvPr id="612" name="Picture 23" descr="A blue and yellow piece of paper with a wrench&#10;&#10;AI-generated content may be incorrect."/>
          <p:cNvPicPr/>
          <p:nvPr/>
        </p:nvPicPr>
        <p:blipFill>
          <a:blip r:embed="rId1"/>
          <a:stretch/>
        </p:blipFill>
        <p:spPr>
          <a:xfrm>
            <a:off x="673200" y="1205280"/>
            <a:ext cx="377280" cy="318240"/>
          </a:xfrm>
          <a:prstGeom prst="rect">
            <a:avLst/>
          </a:prstGeom>
          <a:ln w="0">
            <a:noFill/>
          </a:ln>
        </p:spPr>
      </p:pic>
      <p:pic>
        <p:nvPicPr>
          <p:cNvPr id="613" name="Picture 25" descr="A person wearing a headset&#10;&#10;AI-generated content may be incorrect."/>
          <p:cNvPicPr/>
          <p:nvPr/>
        </p:nvPicPr>
        <p:blipFill>
          <a:blip r:embed="rId2"/>
          <a:stretch/>
        </p:blipFill>
        <p:spPr>
          <a:xfrm>
            <a:off x="672480" y="1992960"/>
            <a:ext cx="379080" cy="300240"/>
          </a:xfrm>
          <a:prstGeom prst="rect">
            <a:avLst/>
          </a:prstGeom>
          <a:ln w="0">
            <a:noFill/>
          </a:ln>
        </p:spPr>
      </p:pic>
      <p:pic>
        <p:nvPicPr>
          <p:cNvPr id="614" name="Picture 26" descr="A black and white line art of a ticket&#10;&#10;AI-generated content may be incorrect."/>
          <p:cNvPicPr/>
          <p:nvPr/>
        </p:nvPicPr>
        <p:blipFill>
          <a:blip r:embed="rId3"/>
          <a:stretch/>
        </p:blipFill>
        <p:spPr>
          <a:xfrm>
            <a:off x="672480" y="2672640"/>
            <a:ext cx="379080" cy="398880"/>
          </a:xfrm>
          <a:prstGeom prst="rect">
            <a:avLst/>
          </a:prstGeom>
          <a:ln w="0">
            <a:noFill/>
          </a:ln>
        </p:spPr>
      </p:pic>
      <p:pic>
        <p:nvPicPr>
          <p:cNvPr id="615" name="Picture 27" descr="A green check mark and five stars"/>
          <p:cNvPicPr/>
          <p:nvPr/>
        </p:nvPicPr>
        <p:blipFill>
          <a:blip r:embed="rId4"/>
          <a:stretch/>
        </p:blipFill>
        <p:spPr>
          <a:xfrm>
            <a:off x="709560" y="3557160"/>
            <a:ext cx="304920" cy="324720"/>
          </a:xfrm>
          <a:prstGeom prst="rect">
            <a:avLst/>
          </a:prstGeom>
          <a:ln w="0">
            <a:noFill/>
          </a:ln>
        </p:spPr>
      </p:pic>
      <p:sp>
        <p:nvSpPr>
          <p:cNvPr id="616" name="Rectangle: Rounded Corners 28"/>
          <p:cNvSpPr/>
          <p:nvPr/>
        </p:nvSpPr>
        <p:spPr>
          <a:xfrm>
            <a:off x="548280" y="4299840"/>
            <a:ext cx="1909080" cy="552600"/>
          </a:xfrm>
          <a:prstGeom prst="roundRect">
            <a:avLst>
              <a:gd name="adj" fmla="val 16667"/>
            </a:avLst>
          </a:prstGeom>
          <a:solidFill>
            <a:srgbClr val="002060"/>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anchor="ctr">
            <a:noAutofit/>
          </a:bodyPr>
          <a:p>
            <a:pPr algn="ctr">
              <a:lnSpc>
                <a:spcPct val="100000"/>
              </a:lnSpc>
            </a:pPr>
            <a:r>
              <a:rPr b="1" lang="en-US" sz="2000" spc="-1" strike="noStrike">
                <a:solidFill>
                  <a:schemeClr val="dk1"/>
                </a:solidFill>
                <a:latin typeface="Times New Roman"/>
              </a:rPr>
              <a:t>     </a:t>
            </a:r>
            <a:r>
              <a:rPr b="1" lang="en-US" sz="2000" spc="-1" strike="noStrike">
                <a:solidFill>
                  <a:schemeClr val="dk1"/>
                </a:solidFill>
                <a:latin typeface="Times New Roman"/>
              </a:rPr>
              <a:t>~ 53</a:t>
            </a:r>
            <a:endParaRPr b="0" lang="en-IN" sz="2000" spc="-1" strike="noStrike">
              <a:solidFill>
                <a:srgbClr val="ffffff"/>
              </a:solidFill>
              <a:latin typeface="Arial"/>
            </a:endParaRPr>
          </a:p>
        </p:txBody>
      </p:sp>
      <p:sp>
        <p:nvSpPr>
          <p:cNvPr id="617" name="TextBox 30"/>
          <p:cNvSpPr/>
          <p:nvPr/>
        </p:nvSpPr>
        <p:spPr>
          <a:xfrm>
            <a:off x="3319200" y="4420080"/>
            <a:ext cx="4743000" cy="3045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400" spc="-1" strike="noStrike">
                <a:solidFill>
                  <a:schemeClr val="dk1"/>
                </a:solidFill>
                <a:latin typeface="Arial"/>
                <a:ea typeface="Arial"/>
              </a:rPr>
              <a:t>Average Daily Ticket Volume</a:t>
            </a:r>
            <a:endParaRPr b="0" lang="en-IN" sz="1400" spc="-1" strike="noStrike">
              <a:solidFill>
                <a:srgbClr val="ffffff"/>
              </a:solidFill>
              <a:latin typeface="Arial"/>
            </a:endParaRPr>
          </a:p>
        </p:txBody>
      </p:sp>
      <p:pic>
        <p:nvPicPr>
          <p:cNvPr id="618" name="Picture 31" descr="A hand holding up colorful bars&#10;&#10;AI-generated content may be incorrect."/>
          <p:cNvPicPr/>
          <p:nvPr/>
        </p:nvPicPr>
        <p:blipFill>
          <a:blip r:embed="rId5"/>
          <a:stretch/>
        </p:blipFill>
        <p:spPr>
          <a:xfrm>
            <a:off x="616320" y="4360320"/>
            <a:ext cx="491760" cy="4424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Google Shape;700;p9"/>
          <p:cNvSpPr/>
          <p:nvPr/>
        </p:nvSpPr>
        <p:spPr>
          <a:xfrm>
            <a:off x="1944720" y="231480"/>
            <a:ext cx="525420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TICKET VOLUME TREND</a:t>
            </a:r>
            <a:endParaRPr b="0" lang="en-IN" sz="3000" spc="-1" strike="noStrike">
              <a:solidFill>
                <a:srgbClr val="ffffff"/>
              </a:solidFill>
              <a:latin typeface="Arial"/>
            </a:endParaRPr>
          </a:p>
        </p:txBody>
      </p:sp>
      <p:sp>
        <p:nvSpPr>
          <p:cNvPr id="620" name="TextBox 3"/>
          <p:cNvSpPr/>
          <p:nvPr/>
        </p:nvSpPr>
        <p:spPr>
          <a:xfrm>
            <a:off x="4888080" y="1772640"/>
            <a:ext cx="3333960" cy="1371960"/>
          </a:xfrm>
          <a:prstGeom prst="rect">
            <a:avLst/>
          </a:prstGeom>
          <a:noFill/>
          <a:ln w="0">
            <a:noFill/>
          </a:ln>
        </p:spPr>
        <p:style>
          <a:lnRef idx="0"/>
          <a:fillRef idx="0"/>
          <a:effectRef idx="0"/>
          <a:fontRef idx="minor"/>
        </p:style>
        <p:txBody>
          <a:bodyPr numCol="1" spcCol="0" horzOverflow="overflow" anchor="t">
            <a:spAutoFit/>
          </a:bodyPr>
          <a:p>
            <a:pPr marL="285840" indent="-285840">
              <a:lnSpc>
                <a:spcPct val="100000"/>
              </a:lnSpc>
              <a:buClr>
                <a:srgbClr val="000000"/>
              </a:buClr>
              <a:buFont typeface="Arial"/>
              <a:buChar char="•"/>
            </a:pPr>
            <a:r>
              <a:rPr b="0" lang="en-US" sz="1400" spc="-1" strike="noStrike">
                <a:solidFill>
                  <a:schemeClr val="accent6"/>
                </a:solidFill>
                <a:latin typeface="Times New Roman"/>
                <a:ea typeface="Arial"/>
              </a:rPr>
              <a:t>Ticket volume increased significantly</a:t>
            </a: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a:p>
            <a:pPr marL="285840" indent="-285840">
              <a:lnSpc>
                <a:spcPct val="100000"/>
              </a:lnSpc>
              <a:buClr>
                <a:srgbClr val="000000"/>
              </a:buClr>
              <a:buFont typeface="Arial"/>
              <a:buChar char="•"/>
            </a:pPr>
            <a:r>
              <a:rPr b="0" lang="en-US" sz="1400" spc="-1" strike="noStrike">
                <a:solidFill>
                  <a:schemeClr val="accent6"/>
                </a:solidFill>
                <a:latin typeface="Times New Roman"/>
                <a:ea typeface="Arial"/>
              </a:rPr>
              <a:t>Peak operational periods observed later in the year</a:t>
            </a: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a:p>
            <a:pPr marL="285840" indent="-285840">
              <a:lnSpc>
                <a:spcPct val="100000"/>
              </a:lnSpc>
              <a:buClr>
                <a:srgbClr val="000000"/>
              </a:buClr>
              <a:buFont typeface="Arial"/>
              <a:buChar char="•"/>
            </a:pPr>
            <a:r>
              <a:rPr b="0" lang="en-US" sz="1400" spc="-1" strike="noStrike">
                <a:solidFill>
                  <a:schemeClr val="accent6"/>
                </a:solidFill>
                <a:latin typeface="Times New Roman"/>
                <a:ea typeface="Arial"/>
              </a:rPr>
              <a:t>Indicates growing support demand</a:t>
            </a:r>
            <a:endParaRPr b="0" lang="en-IN" sz="1400" spc="-1" strike="noStrike">
              <a:solidFill>
                <a:srgbClr val="ffffff"/>
              </a:solidFill>
              <a:latin typeface="Arial"/>
            </a:endParaRPr>
          </a:p>
        </p:txBody>
      </p:sp>
      <p:pic>
        <p:nvPicPr>
          <p:cNvPr id="621" name="Picture 2" descr="A graph showing the growth of the year&#10;&#10;AI-generated content may be incorrect."/>
          <p:cNvPicPr/>
          <p:nvPr/>
        </p:nvPicPr>
        <p:blipFill>
          <a:blip r:embed="rId1"/>
          <a:stretch/>
        </p:blipFill>
        <p:spPr>
          <a:xfrm>
            <a:off x="684360" y="1310400"/>
            <a:ext cx="4356000" cy="25221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Google Shape;700;p9"/>
          <p:cNvSpPr/>
          <p:nvPr/>
        </p:nvSpPr>
        <p:spPr>
          <a:xfrm>
            <a:off x="545400" y="241560"/>
            <a:ext cx="664344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Category Performance Analysis</a:t>
            </a:r>
            <a:endParaRPr b="0" lang="en-IN" sz="3000" spc="-1" strike="noStrike">
              <a:solidFill>
                <a:srgbClr val="ffffff"/>
              </a:solidFill>
              <a:latin typeface="Arial"/>
            </a:endParaRPr>
          </a:p>
        </p:txBody>
      </p:sp>
      <p:graphicFrame>
        <p:nvGraphicFramePr>
          <p:cNvPr id="623" name="Table 2"/>
          <p:cNvGraphicFramePr/>
          <p:nvPr/>
        </p:nvGraphicFramePr>
        <p:xfrm>
          <a:off x="4327200" y="1293840"/>
          <a:ext cx="3547800" cy="2372400"/>
        </p:xfrm>
        <a:graphic>
          <a:graphicData uri="http://schemas.openxmlformats.org/drawingml/2006/table">
            <a:tbl>
              <a:tblPr/>
              <a:tblGrid>
                <a:gridCol w="1321560"/>
                <a:gridCol w="2226240"/>
              </a:tblGrid>
              <a:tr h="745920">
                <a:tc>
                  <a:txBody>
                    <a:bodyPr anchor="t">
                      <a:noAutofit/>
                    </a:bodyPr>
                    <a:p>
                      <a:pPr algn="ctr">
                        <a:lnSpc>
                          <a:spcPct val="100000"/>
                        </a:lnSpc>
                      </a:pPr>
                      <a:r>
                        <a:rPr b="1" lang="en-US" sz="1400" spc="-1" strike="noStrike">
                          <a:solidFill>
                            <a:schemeClr val="dk2"/>
                          </a:solidFill>
                          <a:latin typeface="Arial"/>
                          <a:ea typeface="Arial"/>
                        </a:rPr>
                        <a:t>Category</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solidFill>
                  </a:tcPr>
                </a:tc>
                <a:tc>
                  <a:txBody>
                    <a:bodyPr anchor="t">
                      <a:noAutofit/>
                    </a:bodyPr>
                    <a:p>
                      <a:pPr algn="ctr">
                        <a:lnSpc>
                          <a:spcPct val="100000"/>
                        </a:lnSpc>
                      </a:pPr>
                      <a:r>
                        <a:rPr b="1" lang="en-US" sz="1400" spc="-1" strike="noStrike">
                          <a:solidFill>
                            <a:schemeClr val="dk2"/>
                          </a:solidFill>
                          <a:latin typeface="Arial"/>
                          <a:ea typeface="Arial"/>
                        </a:rPr>
                        <a:t>Avg. Resolution Time (Days)</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solidFill>
                  </a:tcPr>
                </a:tc>
              </a:tr>
              <a:tr h="462600">
                <a:tc>
                  <a:txBody>
                    <a:bodyPr anchor="t">
                      <a:noAutofit/>
                    </a:bodyPr>
                    <a:p>
                      <a:pPr>
                        <a:lnSpc>
                          <a:spcPct val="100000"/>
                        </a:lnSpc>
                      </a:pPr>
                      <a:r>
                        <a:rPr b="0" lang="en-US" sz="1400" spc="-1" strike="noStrike">
                          <a:solidFill>
                            <a:schemeClr val="lt2"/>
                          </a:solidFill>
                          <a:latin typeface="Arial"/>
                          <a:ea typeface="Arial"/>
                        </a:rPr>
                        <a:t>Hardware</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r">
                        <a:lnSpc>
                          <a:spcPct val="100000"/>
                        </a:lnSpc>
                      </a:pPr>
                      <a:r>
                        <a:rPr b="1" lang="en-US" sz="1800" spc="-1" strike="noStrike">
                          <a:solidFill>
                            <a:srgbClr val="c00000"/>
                          </a:solidFill>
                          <a:latin typeface="Calibri"/>
                          <a:ea typeface="Calibri"/>
                        </a:rPr>
                        <a:t>7.6</a:t>
                      </a:r>
                      <a:endParaRPr b="0" lang="en-IN" sz="18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r h="387720">
                <a:tc>
                  <a:txBody>
                    <a:bodyPr anchor="t">
                      <a:noAutofit/>
                    </a:bodyPr>
                    <a:p>
                      <a:pPr>
                        <a:lnSpc>
                          <a:spcPct val="100000"/>
                        </a:lnSpc>
                      </a:pPr>
                      <a:r>
                        <a:rPr b="0" lang="en-US" sz="1400" spc="-1" strike="noStrike">
                          <a:solidFill>
                            <a:schemeClr val="dk2"/>
                          </a:solidFill>
                          <a:latin typeface="Arial"/>
                          <a:ea typeface="Arial"/>
                        </a:rPr>
                        <a:t>System</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c>
                  <a:txBody>
                    <a:bodyPr anchor="t">
                      <a:noAutofit/>
                    </a:bodyPr>
                    <a:p>
                      <a:pPr algn="r">
                        <a:lnSpc>
                          <a:spcPct val="100000"/>
                        </a:lnSpc>
                      </a:pPr>
                      <a:r>
                        <a:rPr b="1" lang="en-US" sz="1400" spc="-1" strike="noStrike">
                          <a:solidFill>
                            <a:srgbClr val="bd3808"/>
                          </a:solidFill>
                          <a:latin typeface="Arial"/>
                          <a:ea typeface="Arial"/>
                        </a:rPr>
                        <a:t>6.6</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r>
              <a:tr h="387720">
                <a:tc>
                  <a:txBody>
                    <a:bodyPr anchor="t">
                      <a:noAutofit/>
                    </a:bodyPr>
                    <a:p>
                      <a:pPr>
                        <a:lnSpc>
                          <a:spcPct val="100000"/>
                        </a:lnSpc>
                      </a:pPr>
                      <a:r>
                        <a:rPr b="0" lang="en-US" sz="1400" spc="-1" strike="noStrike">
                          <a:solidFill>
                            <a:schemeClr val="dk2"/>
                          </a:solidFill>
                          <a:latin typeface="Arial"/>
                          <a:ea typeface="Arial"/>
                        </a:rPr>
                        <a:t>Software</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r">
                        <a:lnSpc>
                          <a:spcPct val="100000"/>
                        </a:lnSpc>
                      </a:pPr>
                      <a:r>
                        <a:rPr b="0" lang="en-US" sz="1400" spc="-1" strike="noStrike">
                          <a:solidFill>
                            <a:schemeClr val="dk2"/>
                          </a:solidFill>
                          <a:latin typeface="Arial"/>
                          <a:ea typeface="Arial"/>
                        </a:rPr>
                        <a:t>5.2</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r h="387720">
                <a:tc>
                  <a:txBody>
                    <a:bodyPr anchor="t">
                      <a:noAutofit/>
                    </a:bodyPr>
                    <a:p>
                      <a:pPr>
                        <a:lnSpc>
                          <a:spcPct val="100000"/>
                        </a:lnSpc>
                      </a:pPr>
                      <a:r>
                        <a:rPr b="0" lang="en-US" sz="1400" spc="-1" strike="noStrike">
                          <a:solidFill>
                            <a:schemeClr val="dk2"/>
                          </a:solidFill>
                          <a:latin typeface="Arial"/>
                          <a:ea typeface="Arial"/>
                        </a:rPr>
                        <a:t>Login Access</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c>
                  <a:txBody>
                    <a:bodyPr anchor="t">
                      <a:noAutofit/>
                    </a:bodyPr>
                    <a:p>
                      <a:pPr algn="r">
                        <a:lnSpc>
                          <a:spcPct val="100000"/>
                        </a:lnSpc>
                      </a:pPr>
                      <a:r>
                        <a:rPr b="0" lang="en-US" sz="1400" spc="-1" strike="noStrike">
                          <a:solidFill>
                            <a:schemeClr val="lt1">
                              <a:lumMod val="76000"/>
                            </a:schemeClr>
                          </a:solidFill>
                          <a:latin typeface="Arial"/>
                          <a:ea typeface="Arial"/>
                        </a:rPr>
                        <a:t>0.3</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r>
            </a:tbl>
          </a:graphicData>
        </a:graphic>
      </p:graphicFrame>
      <p:pic>
        <p:nvPicPr>
          <p:cNvPr id="624" name="Picture 5" descr="A colorful pie chart with numbers and text&#10;&#10;AI-generated content may be incorrect."/>
          <p:cNvPicPr/>
          <p:nvPr/>
        </p:nvPicPr>
        <p:blipFill>
          <a:blip r:embed="rId1"/>
          <a:stretch/>
        </p:blipFill>
        <p:spPr>
          <a:xfrm>
            <a:off x="545400" y="1290960"/>
            <a:ext cx="3510720" cy="2374200"/>
          </a:xfrm>
          <a:prstGeom prst="rect">
            <a:avLst/>
          </a:prstGeom>
          <a:ln w="0">
            <a:noFill/>
          </a:ln>
        </p:spPr>
      </p:pic>
      <p:sp>
        <p:nvSpPr>
          <p:cNvPr id="625" name="TextBox 6"/>
          <p:cNvSpPr/>
          <p:nvPr/>
        </p:nvSpPr>
        <p:spPr>
          <a:xfrm>
            <a:off x="1116720" y="3934080"/>
            <a:ext cx="6900840" cy="396000"/>
          </a:xfrm>
          <a:prstGeom prst="rect">
            <a:avLst/>
          </a:prstGeom>
          <a:noFill/>
          <a:ln w="0">
            <a:noFill/>
          </a:ln>
        </p:spPr>
        <p:style>
          <a:lnRef idx="0"/>
          <a:fillRef idx="0"/>
          <a:effectRef idx="0"/>
          <a:fontRef idx="minor"/>
        </p:style>
        <p:txBody>
          <a:bodyPr numCol="1" spcCol="0" horzOverflow="overflow" anchor="t">
            <a:spAutoFit/>
          </a:bodyPr>
          <a:p>
            <a:pPr marL="285840" indent="-285840">
              <a:lnSpc>
                <a:spcPct val="100000"/>
              </a:lnSpc>
              <a:buClr>
                <a:srgbClr val="000000"/>
              </a:buClr>
              <a:buFont typeface="Wingdings" charset="2"/>
              <a:buChar char=""/>
            </a:pPr>
            <a:r>
              <a:rPr b="0" lang="en-US" sz="2000" spc="-1" strike="noStrike">
                <a:solidFill>
                  <a:schemeClr val="accent5"/>
                </a:solidFill>
                <a:latin typeface="Times New Roman"/>
                <a:ea typeface="Arial"/>
              </a:rPr>
              <a:t>Hardware and System categories are operational bottlenecks.</a:t>
            </a:r>
            <a:endParaRPr b="0" lang="en-IN" sz="2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Google Shape;700;p9"/>
          <p:cNvSpPr/>
          <p:nvPr/>
        </p:nvSpPr>
        <p:spPr>
          <a:xfrm>
            <a:off x="545400" y="241560"/>
            <a:ext cx="664344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Ticket Distribution Over Issue Type </a:t>
            </a:r>
            <a:endParaRPr b="0" lang="en-IN" sz="3000" spc="-1" strike="noStrike">
              <a:solidFill>
                <a:srgbClr val="ffffff"/>
              </a:solidFill>
              <a:latin typeface="Arial"/>
            </a:endParaRPr>
          </a:p>
        </p:txBody>
      </p:sp>
      <p:pic>
        <p:nvPicPr>
          <p:cNvPr id="627" name="Picture 1" descr=""/>
          <p:cNvPicPr/>
          <p:nvPr/>
        </p:nvPicPr>
        <p:blipFill>
          <a:blip r:embed="rId1"/>
          <a:stretch/>
        </p:blipFill>
        <p:spPr>
          <a:xfrm>
            <a:off x="545400" y="1164600"/>
            <a:ext cx="6284160" cy="36118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Google Shape;700;p9"/>
          <p:cNvSpPr/>
          <p:nvPr/>
        </p:nvSpPr>
        <p:spPr>
          <a:xfrm>
            <a:off x="545400" y="241560"/>
            <a:ext cx="664344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Severity Analysis</a:t>
            </a:r>
            <a:endParaRPr b="0" lang="en-IN" sz="3000" spc="-1" strike="noStrike">
              <a:solidFill>
                <a:srgbClr val="ffffff"/>
              </a:solidFill>
              <a:latin typeface="Arial"/>
            </a:endParaRPr>
          </a:p>
        </p:txBody>
      </p:sp>
      <p:graphicFrame>
        <p:nvGraphicFramePr>
          <p:cNvPr id="629" name="Table 2"/>
          <p:cNvGraphicFramePr/>
          <p:nvPr/>
        </p:nvGraphicFramePr>
        <p:xfrm>
          <a:off x="543600" y="1086840"/>
          <a:ext cx="3547800" cy="2760480"/>
        </p:xfrm>
        <a:graphic>
          <a:graphicData uri="http://schemas.openxmlformats.org/drawingml/2006/table">
            <a:tbl>
              <a:tblPr/>
              <a:tblGrid>
                <a:gridCol w="1321560"/>
                <a:gridCol w="2226240"/>
              </a:tblGrid>
              <a:tr h="745920">
                <a:tc>
                  <a:txBody>
                    <a:bodyPr anchor="t">
                      <a:noAutofit/>
                    </a:bodyPr>
                    <a:p>
                      <a:pPr algn="ctr">
                        <a:lnSpc>
                          <a:spcPct val="100000"/>
                        </a:lnSpc>
                      </a:pPr>
                      <a:r>
                        <a:rPr b="1" lang="en-US" sz="1400" spc="-1" strike="noStrike">
                          <a:solidFill>
                            <a:schemeClr val="dk2"/>
                          </a:solidFill>
                          <a:latin typeface="Arial"/>
                          <a:ea typeface="Arial"/>
                        </a:rPr>
                        <a:t>Severity</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solidFill>
                  </a:tcPr>
                </a:tc>
                <a:tc>
                  <a:txBody>
                    <a:bodyPr anchor="t">
                      <a:noAutofit/>
                    </a:bodyPr>
                    <a:p>
                      <a:pPr algn="ctr">
                        <a:lnSpc>
                          <a:spcPct val="100000"/>
                        </a:lnSpc>
                      </a:pPr>
                      <a:r>
                        <a:rPr b="1" lang="en-US" sz="1400" spc="-1" strike="noStrike">
                          <a:solidFill>
                            <a:schemeClr val="dk2"/>
                          </a:solidFill>
                          <a:latin typeface="Arial"/>
                          <a:ea typeface="Arial"/>
                        </a:rPr>
                        <a:t>Avg. Resolution Time (Days)</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solidFill>
                  </a:tcPr>
                </a:tc>
              </a:tr>
              <a:tr h="462600">
                <a:tc>
                  <a:txBody>
                    <a:bodyPr anchor="t">
                      <a:noAutofit/>
                    </a:bodyPr>
                    <a:p>
                      <a:pPr>
                        <a:lnSpc>
                          <a:spcPct val="100000"/>
                        </a:lnSpc>
                      </a:pPr>
                      <a:r>
                        <a:rPr b="0" lang="en-US" sz="1400" spc="-1" strike="noStrike">
                          <a:solidFill>
                            <a:schemeClr val="lt2"/>
                          </a:solidFill>
                          <a:latin typeface="Arial"/>
                          <a:ea typeface="Arial"/>
                        </a:rPr>
                        <a:t>Urgent</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r">
                        <a:lnSpc>
                          <a:spcPct val="100000"/>
                        </a:lnSpc>
                      </a:pPr>
                      <a:r>
                        <a:rPr b="1" lang="en-US" sz="1600" spc="-1" strike="noStrike">
                          <a:solidFill>
                            <a:schemeClr val="lt1">
                              <a:lumMod val="49000"/>
                            </a:schemeClr>
                          </a:solidFill>
                          <a:latin typeface="Calibri"/>
                          <a:ea typeface="Calibri"/>
                        </a:rPr>
                        <a:t>2.0</a:t>
                      </a:r>
                      <a:endParaRPr b="0" lang="en-IN" sz="16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r h="387720">
                <a:tc>
                  <a:txBody>
                    <a:bodyPr anchor="t">
                      <a:noAutofit/>
                    </a:bodyPr>
                    <a:p>
                      <a:pPr>
                        <a:lnSpc>
                          <a:spcPct val="100000"/>
                        </a:lnSpc>
                      </a:pPr>
                      <a:r>
                        <a:rPr b="0" lang="en-US" sz="1400" spc="-1" strike="noStrike">
                          <a:solidFill>
                            <a:schemeClr val="dk2"/>
                          </a:solidFill>
                          <a:latin typeface="Arial"/>
                          <a:ea typeface="Arial"/>
                        </a:rPr>
                        <a:t>Minor</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c>
                  <a:txBody>
                    <a:bodyPr anchor="t">
                      <a:noAutofit/>
                    </a:bodyPr>
                    <a:p>
                      <a:pPr algn="r">
                        <a:lnSpc>
                          <a:spcPct val="100000"/>
                        </a:lnSpc>
                      </a:pPr>
                      <a:r>
                        <a:rPr b="0" lang="en-US" sz="1400" spc="-1" strike="noStrike">
                          <a:solidFill>
                            <a:schemeClr val="dk2">
                              <a:lumMod val="76000"/>
                              <a:lumOff val="24000"/>
                            </a:schemeClr>
                          </a:solidFill>
                          <a:latin typeface="Arial"/>
                          <a:ea typeface="Arial"/>
                        </a:rPr>
                        <a:t>3.4</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r>
              <a:tr h="387720">
                <a:tc>
                  <a:txBody>
                    <a:bodyPr anchor="t">
                      <a:noAutofit/>
                    </a:bodyPr>
                    <a:p>
                      <a:pPr>
                        <a:lnSpc>
                          <a:spcPct val="100000"/>
                        </a:lnSpc>
                      </a:pPr>
                      <a:r>
                        <a:rPr b="0" lang="en-US" sz="1400" spc="-1" strike="noStrike">
                          <a:solidFill>
                            <a:schemeClr val="dk2"/>
                          </a:solidFill>
                          <a:latin typeface="Arial"/>
                          <a:ea typeface="Arial"/>
                        </a:rPr>
                        <a:t>Major</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r">
                        <a:lnSpc>
                          <a:spcPct val="100000"/>
                        </a:lnSpc>
                      </a:pPr>
                      <a:r>
                        <a:rPr b="0" lang="en-US" sz="1400" spc="-1" strike="noStrike">
                          <a:solidFill>
                            <a:srgbClr val="ff0000"/>
                          </a:solidFill>
                          <a:latin typeface="Arial"/>
                          <a:ea typeface="Arial"/>
                        </a:rPr>
                        <a:t>3.9</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r h="387720">
                <a:tc>
                  <a:txBody>
                    <a:bodyPr anchor="t">
                      <a:noAutofit/>
                    </a:bodyPr>
                    <a:p>
                      <a:pPr>
                        <a:lnSpc>
                          <a:spcPct val="100000"/>
                        </a:lnSpc>
                      </a:pPr>
                      <a:r>
                        <a:rPr b="0" lang="en-US" sz="1400" spc="-1" strike="noStrike">
                          <a:solidFill>
                            <a:schemeClr val="dk2"/>
                          </a:solidFill>
                          <a:latin typeface="Arial"/>
                          <a:ea typeface="Arial"/>
                        </a:rPr>
                        <a:t>Normal</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c>
                  <a:txBody>
                    <a:bodyPr anchor="t">
                      <a:noAutofit/>
                    </a:bodyPr>
                    <a:p>
                      <a:pPr algn="r">
                        <a:lnSpc>
                          <a:spcPct val="100000"/>
                        </a:lnSpc>
                      </a:pPr>
                      <a:r>
                        <a:rPr b="0" lang="en-US" sz="1400" spc="-1" strike="noStrike">
                          <a:solidFill>
                            <a:srgbClr val="c00000"/>
                          </a:solidFill>
                          <a:latin typeface="Arial"/>
                          <a:ea typeface="Arial"/>
                        </a:rPr>
                        <a:t>4.7</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r>
              <a:tr h="387720">
                <a:tc>
                  <a:txBody>
                    <a:bodyPr anchor="t">
                      <a:noAutofit/>
                    </a:bodyPr>
                    <a:p>
                      <a:pPr>
                        <a:lnSpc>
                          <a:spcPct val="100000"/>
                        </a:lnSpc>
                      </a:pPr>
                      <a:r>
                        <a:rPr b="0" lang="en-US" sz="1400" spc="-1" strike="noStrike">
                          <a:solidFill>
                            <a:schemeClr val="dk2"/>
                          </a:solidFill>
                          <a:latin typeface="Arial"/>
                          <a:ea typeface="Arial"/>
                        </a:rPr>
                        <a:t>Unclassified</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r">
                        <a:lnSpc>
                          <a:spcPct val="100000"/>
                        </a:lnSpc>
                      </a:pPr>
                      <a:r>
                        <a:rPr b="0" lang="en-US" sz="1400" spc="-1" strike="noStrike">
                          <a:solidFill>
                            <a:schemeClr val="lt1">
                              <a:lumMod val="76000"/>
                            </a:schemeClr>
                          </a:solidFill>
                          <a:latin typeface="Arial"/>
                          <a:ea typeface="Arial"/>
                        </a:rPr>
                        <a:t>2.9</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bl>
          </a:graphicData>
        </a:graphic>
      </p:graphicFrame>
      <p:sp>
        <p:nvSpPr>
          <p:cNvPr id="630" name="TextBox 6"/>
          <p:cNvSpPr/>
          <p:nvPr/>
        </p:nvSpPr>
        <p:spPr>
          <a:xfrm>
            <a:off x="1116720" y="4082040"/>
            <a:ext cx="6900840" cy="700920"/>
          </a:xfrm>
          <a:prstGeom prst="rect">
            <a:avLst/>
          </a:prstGeom>
          <a:noFill/>
          <a:ln w="0">
            <a:noFill/>
          </a:ln>
        </p:spPr>
        <p:style>
          <a:lnRef idx="0"/>
          <a:fillRef idx="0"/>
          <a:effectRef idx="0"/>
          <a:fontRef idx="minor"/>
        </p:style>
        <p:txBody>
          <a:bodyPr numCol="1" spcCol="0" horzOverflow="overflow" anchor="t">
            <a:spAutoFit/>
          </a:bodyPr>
          <a:p>
            <a:pPr marL="343080" indent="-343080">
              <a:lnSpc>
                <a:spcPct val="100000"/>
              </a:lnSpc>
              <a:buClr>
                <a:srgbClr val="000000"/>
              </a:buClr>
              <a:buFont typeface="Wingdings" charset="2"/>
              <a:buChar char=""/>
            </a:pPr>
            <a:r>
              <a:rPr b="0" lang="en-US" sz="2000" spc="-1" strike="noStrike">
                <a:solidFill>
                  <a:schemeClr val="accent5"/>
                </a:solidFill>
                <a:latin typeface="Times New Roman"/>
                <a:ea typeface="Arial"/>
              </a:rPr>
              <a:t>Urgent tickets are resolved faster, showing effective prioritization.</a:t>
            </a:r>
            <a:endParaRPr b="0" lang="en-IN" sz="2000" spc="-1" strike="noStrike">
              <a:solidFill>
                <a:srgbClr val="ffffff"/>
              </a:solidFill>
              <a:latin typeface="Arial"/>
            </a:endParaRPr>
          </a:p>
        </p:txBody>
      </p:sp>
      <p:pic>
        <p:nvPicPr>
          <p:cNvPr id="631" name="Picture 3" descr=""/>
          <p:cNvPicPr/>
          <p:nvPr/>
        </p:nvPicPr>
        <p:blipFill>
          <a:blip r:embed="rId1"/>
          <a:stretch/>
        </p:blipFill>
        <p:spPr>
          <a:xfrm>
            <a:off x="4241160" y="1083960"/>
            <a:ext cx="3922560" cy="27586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Google Shape;700;p9"/>
          <p:cNvSpPr/>
          <p:nvPr/>
        </p:nvSpPr>
        <p:spPr>
          <a:xfrm>
            <a:off x="545400" y="241560"/>
            <a:ext cx="664344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Agent Performance Analysis</a:t>
            </a:r>
            <a:endParaRPr b="0" lang="en-IN" sz="3000" spc="-1" strike="noStrike">
              <a:solidFill>
                <a:srgbClr val="ffffff"/>
              </a:solidFill>
              <a:latin typeface="Arial"/>
            </a:endParaRPr>
          </a:p>
        </p:txBody>
      </p:sp>
      <p:pic>
        <p:nvPicPr>
          <p:cNvPr id="633" name="Picture 1" descr="A graph of a performance&#10;&#10;AI-generated content may be incorrect."/>
          <p:cNvPicPr/>
          <p:nvPr/>
        </p:nvPicPr>
        <p:blipFill>
          <a:blip r:embed="rId1"/>
          <a:stretch/>
        </p:blipFill>
        <p:spPr>
          <a:xfrm>
            <a:off x="549000" y="886680"/>
            <a:ext cx="7583040" cy="40298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Google Shape;700;p9"/>
          <p:cNvSpPr/>
          <p:nvPr/>
        </p:nvSpPr>
        <p:spPr>
          <a:xfrm>
            <a:off x="545400" y="241560"/>
            <a:ext cx="6643440" cy="48744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2000" spc="-1" strike="noStrike">
                <a:solidFill>
                  <a:schemeClr val="accent4"/>
                </a:solidFill>
                <a:latin typeface="Times New Roman"/>
                <a:ea typeface="Arial"/>
              </a:rPr>
              <a:t>Insights</a:t>
            </a:r>
            <a:r>
              <a:rPr b="0" lang="en-US" sz="2000" spc="-1" strike="noStrike">
                <a:solidFill>
                  <a:schemeClr val="accent4"/>
                </a:solidFill>
                <a:latin typeface="Times New Roman"/>
                <a:ea typeface="Arial"/>
              </a:rPr>
              <a:t>:</a:t>
            </a:r>
            <a:endParaRPr b="0" lang="en-IN" sz="2000" spc="-1" strike="noStrike">
              <a:solidFill>
                <a:srgbClr val="ffffff"/>
              </a:solidFill>
              <a:latin typeface="Arial"/>
            </a:endParaRPr>
          </a:p>
        </p:txBody>
      </p:sp>
      <p:sp>
        <p:nvSpPr>
          <p:cNvPr id="635" name="TextBox 3"/>
          <p:cNvSpPr/>
          <p:nvPr/>
        </p:nvSpPr>
        <p:spPr>
          <a:xfrm>
            <a:off x="545760" y="728280"/>
            <a:ext cx="6644880" cy="731520"/>
          </a:xfrm>
          <a:prstGeom prst="rect">
            <a:avLst/>
          </a:prstGeom>
          <a:noFill/>
          <a:ln w="0">
            <a:noFill/>
          </a:ln>
        </p:spPr>
        <p:style>
          <a:lnRef idx="0"/>
          <a:fillRef idx="0"/>
          <a:effectRef idx="0"/>
          <a:fontRef idx="minor"/>
        </p:style>
        <p:txBody>
          <a:bodyPr numCol="1" spcCol="0" horzOverflow="overflow" anchor="t">
            <a:spAutoFit/>
          </a:bodyPr>
          <a:p>
            <a:pPr marL="285840" indent="-285840">
              <a:lnSpc>
                <a:spcPct val="100000"/>
              </a:lnSpc>
              <a:buClr>
                <a:srgbClr val="000000"/>
              </a:buClr>
              <a:buFont typeface="Arial"/>
              <a:buChar char="•"/>
            </a:pPr>
            <a:r>
              <a:rPr b="0" lang="en-US" sz="1400" spc="-1" strike="noStrike">
                <a:solidFill>
                  <a:schemeClr val="accent5"/>
                </a:solidFill>
                <a:latin typeface="Times New Roman"/>
                <a:ea typeface="Arial"/>
              </a:rPr>
              <a:t>Performance variation exists among agents</a:t>
            </a:r>
            <a:endParaRPr b="0" lang="en-IN" sz="1400" spc="-1" strike="noStrike">
              <a:solidFill>
                <a:srgbClr val="ffffff"/>
              </a:solidFill>
              <a:latin typeface="Arial"/>
            </a:endParaRPr>
          </a:p>
          <a:p>
            <a:pPr marL="285840" indent="-285840">
              <a:lnSpc>
                <a:spcPct val="100000"/>
              </a:lnSpc>
              <a:buClr>
                <a:srgbClr val="000000"/>
              </a:buClr>
              <a:buFont typeface="Arial"/>
              <a:buChar char="•"/>
            </a:pPr>
            <a:r>
              <a:rPr b="0" lang="en-US" sz="1400" spc="-1" strike="noStrike">
                <a:solidFill>
                  <a:schemeClr val="accent5"/>
                </a:solidFill>
                <a:latin typeface="Times New Roman"/>
                <a:ea typeface="Arial"/>
              </a:rPr>
              <a:t>Some agents require targeted training</a:t>
            </a:r>
            <a:endParaRPr b="0" lang="en-IN" sz="1400" spc="-1" strike="noStrike">
              <a:solidFill>
                <a:srgbClr val="ffffff"/>
              </a:solidFill>
              <a:latin typeface="Arial"/>
            </a:endParaRPr>
          </a:p>
          <a:p>
            <a:pPr marL="285840" indent="-285840">
              <a:lnSpc>
                <a:spcPct val="100000"/>
              </a:lnSpc>
              <a:buClr>
                <a:srgbClr val="000000"/>
              </a:buClr>
              <a:buFont typeface="Arial"/>
              <a:buChar char="•"/>
            </a:pPr>
            <a:r>
              <a:rPr b="0" lang="en-US" sz="1400" spc="-1" strike="noStrike">
                <a:solidFill>
                  <a:schemeClr val="accent5"/>
                </a:solidFill>
                <a:latin typeface="Times New Roman"/>
                <a:ea typeface="Arial"/>
              </a:rPr>
              <a:t>Workload distribution is uneven</a:t>
            </a:r>
            <a:endParaRPr b="0" lang="en-IN" sz="1400" spc="-1" strike="noStrike">
              <a:solidFill>
                <a:srgbClr val="ffffff"/>
              </a:solidFill>
              <a:latin typeface="Arial"/>
            </a:endParaRPr>
          </a:p>
        </p:txBody>
      </p:sp>
      <p:sp>
        <p:nvSpPr>
          <p:cNvPr id="636" name="TextBox 2"/>
          <p:cNvSpPr/>
          <p:nvPr/>
        </p:nvSpPr>
        <p:spPr>
          <a:xfrm>
            <a:off x="5060520" y="1586520"/>
            <a:ext cx="2969640" cy="2439360"/>
          </a:xfrm>
          <a:prstGeom prst="rect">
            <a:avLst/>
          </a:prstGeom>
          <a:noFill/>
          <a:ln w="0">
            <a:noFill/>
          </a:ln>
        </p:spPr>
        <p:style>
          <a:lnRef idx="0"/>
          <a:fillRef idx="0"/>
          <a:effectRef idx="0"/>
          <a:fontRef idx="minor"/>
        </p:style>
        <p:txBody>
          <a:bodyPr numCol="1" spcCol="0" horzOverflow="overflow" anchor="t">
            <a:spAutoFit/>
          </a:bodyPr>
          <a:p>
            <a:pPr marL="285840" indent="-285840">
              <a:lnSpc>
                <a:spcPct val="100000"/>
              </a:lnSpc>
              <a:buClr>
                <a:srgbClr val="000000"/>
              </a:buClr>
              <a:buFont typeface="Arial"/>
              <a:buChar char="•"/>
            </a:pPr>
            <a:r>
              <a:rPr b="0" lang="en-US" sz="1400" spc="-1" strike="noStrike">
                <a:solidFill>
                  <a:schemeClr val="accent5"/>
                </a:solidFill>
                <a:latin typeface="Times New Roman"/>
                <a:ea typeface="Arial"/>
              </a:rPr>
              <a:t>These are some agents who requires training to improve their average resolution time.</a:t>
            </a:r>
            <a:br>
              <a:rPr sz="1400"/>
            </a:br>
            <a:br>
              <a:rPr sz="1400"/>
            </a:br>
            <a:r>
              <a:rPr b="0" lang="en-US" sz="1400" spc="-1" strike="noStrike">
                <a:solidFill>
                  <a:schemeClr val="accent5"/>
                </a:solidFill>
                <a:latin typeface="Times New Roman"/>
                <a:ea typeface="Arial"/>
              </a:rPr>
              <a:t>The matrix shows the agents with average resolution time above the overall average and has less satisfaction rate that average satisfaction rate</a:t>
            </a: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a:p>
            <a:pPr>
              <a:lnSpc>
                <a:spcPct val="100000"/>
              </a:lnSpc>
            </a:pPr>
            <a:endParaRPr b="0" lang="en-IN" sz="1400" spc="-1" strike="noStrike">
              <a:solidFill>
                <a:srgbClr val="ffffff"/>
              </a:solidFill>
              <a:latin typeface="Arial"/>
            </a:endParaRPr>
          </a:p>
        </p:txBody>
      </p:sp>
      <p:pic>
        <p:nvPicPr>
          <p:cNvPr id="637" name="Picture 1" descr=""/>
          <p:cNvPicPr/>
          <p:nvPr/>
        </p:nvPicPr>
        <p:blipFill>
          <a:blip r:embed="rId1"/>
          <a:stretch/>
        </p:blipFill>
        <p:spPr>
          <a:xfrm>
            <a:off x="421200" y="1589760"/>
            <a:ext cx="4773960" cy="28306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Google Shape;700;p9"/>
          <p:cNvSpPr/>
          <p:nvPr/>
        </p:nvSpPr>
        <p:spPr>
          <a:xfrm>
            <a:off x="545400" y="241560"/>
            <a:ext cx="664344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Customer Satisfaction Analysis</a:t>
            </a:r>
            <a:endParaRPr b="0" lang="en-IN" sz="3000" spc="-1" strike="noStrike">
              <a:solidFill>
                <a:srgbClr val="ffffff"/>
              </a:solidFill>
              <a:latin typeface="Arial"/>
            </a:endParaRPr>
          </a:p>
        </p:txBody>
      </p:sp>
      <p:pic>
        <p:nvPicPr>
          <p:cNvPr id="639" name="Picture 3" descr="A graph with blue dots&#10;&#10;AI-generated content may be incorrect."/>
          <p:cNvPicPr/>
          <p:nvPr/>
        </p:nvPicPr>
        <p:blipFill>
          <a:blip r:embed="rId1"/>
          <a:stretch/>
        </p:blipFill>
        <p:spPr>
          <a:xfrm>
            <a:off x="235440" y="886680"/>
            <a:ext cx="3913560" cy="3044520"/>
          </a:xfrm>
          <a:prstGeom prst="rect">
            <a:avLst/>
          </a:prstGeom>
          <a:ln w="0">
            <a:noFill/>
          </a:ln>
        </p:spPr>
      </p:pic>
      <p:pic>
        <p:nvPicPr>
          <p:cNvPr id="640" name="Picture 4" descr=""/>
          <p:cNvPicPr/>
          <p:nvPr/>
        </p:nvPicPr>
        <p:blipFill>
          <a:blip r:embed="rId2"/>
          <a:stretch/>
        </p:blipFill>
        <p:spPr>
          <a:xfrm>
            <a:off x="4334760" y="887760"/>
            <a:ext cx="3912840" cy="1899720"/>
          </a:xfrm>
          <a:prstGeom prst="rect">
            <a:avLst/>
          </a:prstGeom>
          <a:ln w="0">
            <a:noFill/>
          </a:ln>
        </p:spPr>
      </p:pic>
      <p:sp>
        <p:nvSpPr>
          <p:cNvPr id="641" name="TextBox 5"/>
          <p:cNvSpPr/>
          <p:nvPr/>
        </p:nvSpPr>
        <p:spPr>
          <a:xfrm>
            <a:off x="4335480" y="3409200"/>
            <a:ext cx="3418920" cy="51804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400" spc="-1" strike="noStrike">
                <a:solidFill>
                  <a:schemeClr val="accent5"/>
                </a:solidFill>
                <a:latin typeface="Times New Roman"/>
                <a:ea typeface="Arial"/>
              </a:rPr>
              <a:t>Faster resolution does not always guarantee higher satisfaction.</a:t>
            </a:r>
            <a:endParaRPr b="0" lang="en-IN"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Google Shape;700;p9"/>
          <p:cNvSpPr/>
          <p:nvPr/>
        </p:nvSpPr>
        <p:spPr>
          <a:xfrm>
            <a:off x="545400" y="241560"/>
            <a:ext cx="664344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Operational Trends</a:t>
            </a:r>
            <a:endParaRPr b="0" lang="en-IN" sz="3000" spc="-1" strike="noStrike">
              <a:solidFill>
                <a:srgbClr val="ffffff"/>
              </a:solidFill>
              <a:latin typeface="Arial"/>
            </a:endParaRPr>
          </a:p>
        </p:txBody>
      </p:sp>
      <p:pic>
        <p:nvPicPr>
          <p:cNvPr id="643" name="Picture 1" descr="A graph of average resolution&#10;&#10;AI-generated content may be incorrect."/>
          <p:cNvPicPr/>
          <p:nvPr/>
        </p:nvPicPr>
        <p:blipFill>
          <a:blip r:embed="rId1"/>
          <a:stretch/>
        </p:blipFill>
        <p:spPr>
          <a:xfrm>
            <a:off x="275040" y="2236680"/>
            <a:ext cx="4021920" cy="2669760"/>
          </a:xfrm>
          <a:prstGeom prst="rect">
            <a:avLst/>
          </a:prstGeom>
          <a:ln w="0">
            <a:noFill/>
          </a:ln>
        </p:spPr>
      </p:pic>
      <p:pic>
        <p:nvPicPr>
          <p:cNvPr id="644" name="Picture 2" descr="A graph of average resolution&#10;&#10;AI-generated content may be incorrect."/>
          <p:cNvPicPr/>
          <p:nvPr/>
        </p:nvPicPr>
        <p:blipFill>
          <a:blip r:embed="rId2"/>
          <a:stretch/>
        </p:blipFill>
        <p:spPr>
          <a:xfrm>
            <a:off x="4570920" y="2236680"/>
            <a:ext cx="3884040" cy="2669760"/>
          </a:xfrm>
          <a:prstGeom prst="rect">
            <a:avLst/>
          </a:prstGeom>
          <a:ln w="0">
            <a:noFill/>
          </a:ln>
        </p:spPr>
      </p:pic>
      <p:sp>
        <p:nvSpPr>
          <p:cNvPr id="645" name="TextBox 6"/>
          <p:cNvSpPr/>
          <p:nvPr/>
        </p:nvSpPr>
        <p:spPr>
          <a:xfrm>
            <a:off x="541800" y="1064160"/>
            <a:ext cx="6759000" cy="106596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600" spc="-1" strike="noStrike">
                <a:solidFill>
                  <a:schemeClr val="accent5"/>
                </a:solidFill>
                <a:latin typeface="Times New Roman"/>
                <a:ea typeface="Arial"/>
              </a:rPr>
              <a:t>• </a:t>
            </a:r>
            <a:r>
              <a:rPr b="0" lang="en-US" sz="1600" spc="-1" strike="noStrike">
                <a:solidFill>
                  <a:schemeClr val="accent5"/>
                </a:solidFill>
                <a:latin typeface="Times New Roman"/>
                <a:ea typeface="Arial"/>
              </a:rPr>
              <a:t>Team performance remained stable under increasing workload</a:t>
            </a:r>
            <a:br>
              <a:rPr sz="1600"/>
            </a:br>
            <a:r>
              <a:rPr b="0" lang="en-US" sz="1600" spc="-1" strike="noStrike">
                <a:solidFill>
                  <a:schemeClr val="accent5"/>
                </a:solidFill>
                <a:latin typeface="Times New Roman"/>
                <a:ea typeface="Arial"/>
              </a:rPr>
              <a:t>• Resolution time improvements are limited</a:t>
            </a:r>
            <a:br>
              <a:rPr sz="1600"/>
            </a:br>
            <a:r>
              <a:rPr b="0" lang="en-US" sz="1600" spc="-1" strike="noStrike">
                <a:solidFill>
                  <a:schemeClr val="accent5"/>
                </a:solidFill>
                <a:latin typeface="Times New Roman"/>
                <a:ea typeface="Arial"/>
              </a:rPr>
              <a:t>• Operational pressure is increasing</a:t>
            </a:r>
            <a:endParaRPr b="0" lang="en-IN" sz="1600" spc="-1" strike="noStrike">
              <a:solidFill>
                <a:srgbClr val="ffffff"/>
              </a:solidFill>
              <a:latin typeface="Arial"/>
            </a:endParaRPr>
          </a:p>
          <a:p>
            <a:pPr algn="ctr">
              <a:lnSpc>
                <a:spcPct val="100000"/>
              </a:lnSpc>
            </a:pPr>
            <a:endParaRPr b="0" lang="en-IN"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Google Shape;700;p9"/>
          <p:cNvSpPr/>
          <p:nvPr/>
        </p:nvSpPr>
        <p:spPr>
          <a:xfrm>
            <a:off x="545400" y="241560"/>
            <a:ext cx="779616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INVESTMENT DECISION ANALYSIS</a:t>
            </a:r>
            <a:endParaRPr b="0" lang="en-IN" sz="3000" spc="-1" strike="noStrike">
              <a:solidFill>
                <a:srgbClr val="ffffff"/>
              </a:solidFill>
              <a:latin typeface="Arial"/>
            </a:endParaRPr>
          </a:p>
        </p:txBody>
      </p:sp>
      <p:sp>
        <p:nvSpPr>
          <p:cNvPr id="647" name="TextBox 6"/>
          <p:cNvSpPr/>
          <p:nvPr/>
        </p:nvSpPr>
        <p:spPr>
          <a:xfrm>
            <a:off x="541800" y="1064160"/>
            <a:ext cx="6759000" cy="36540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1800" spc="-1" strike="noStrike">
                <a:solidFill>
                  <a:schemeClr val="accent5"/>
                </a:solidFill>
                <a:latin typeface="Times New Roman"/>
                <a:ea typeface="Arial"/>
              </a:rPr>
              <a:t>Where Should the Company Invest?</a:t>
            </a:r>
            <a:endParaRPr b="0" lang="en-IN" sz="1800" spc="-1" strike="noStrike">
              <a:solidFill>
                <a:srgbClr val="ffffff"/>
              </a:solidFill>
              <a:latin typeface="Arial"/>
            </a:endParaRPr>
          </a:p>
        </p:txBody>
      </p:sp>
      <p:graphicFrame>
        <p:nvGraphicFramePr>
          <p:cNvPr id="648" name="Table 5"/>
          <p:cNvGraphicFramePr/>
          <p:nvPr/>
        </p:nvGraphicFramePr>
        <p:xfrm>
          <a:off x="543600" y="1707840"/>
          <a:ext cx="5702760" cy="1726560"/>
        </p:xfrm>
        <a:graphic>
          <a:graphicData uri="http://schemas.openxmlformats.org/drawingml/2006/table">
            <a:tbl>
              <a:tblPr/>
              <a:tblGrid>
                <a:gridCol w="3500640"/>
                <a:gridCol w="2202120"/>
              </a:tblGrid>
              <a:tr h="487800">
                <a:tc>
                  <a:txBody>
                    <a:bodyPr anchor="t">
                      <a:noAutofit/>
                    </a:bodyPr>
                    <a:p>
                      <a:pPr algn="ctr">
                        <a:lnSpc>
                          <a:spcPct val="100000"/>
                        </a:lnSpc>
                      </a:pPr>
                      <a:r>
                        <a:rPr b="1" lang="en-US" sz="1400" spc="-1" strike="noStrike">
                          <a:solidFill>
                            <a:schemeClr val="dk2"/>
                          </a:solidFill>
                          <a:latin typeface="Arial"/>
                          <a:ea typeface="Arial"/>
                        </a:rPr>
                        <a:t>Investment</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solidFill>
                  </a:tcPr>
                </a:tc>
                <a:tc>
                  <a:txBody>
                    <a:bodyPr anchor="t">
                      <a:noAutofit/>
                    </a:bodyPr>
                    <a:p>
                      <a:pPr algn="ctr">
                        <a:lnSpc>
                          <a:spcPct val="100000"/>
                        </a:lnSpc>
                      </a:pPr>
                      <a:r>
                        <a:rPr b="1" lang="en-US" sz="1400" spc="-1" strike="noStrike">
                          <a:solidFill>
                            <a:schemeClr val="dk2"/>
                          </a:solidFill>
                          <a:latin typeface="Arial"/>
                          <a:ea typeface="Arial"/>
                        </a:rPr>
                        <a:t>Impact</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solidFill>
                  </a:tcPr>
                </a:tc>
              </a:tr>
              <a:tr h="462600">
                <a:tc>
                  <a:txBody>
                    <a:bodyPr anchor="t">
                      <a:noAutofit/>
                    </a:bodyPr>
                    <a:p>
                      <a:pPr>
                        <a:lnSpc>
                          <a:spcPct val="100000"/>
                        </a:lnSpc>
                      </a:pPr>
                      <a:r>
                        <a:rPr b="0" lang="en-US" sz="1400" spc="-1" strike="noStrike">
                          <a:solidFill>
                            <a:schemeClr val="lt2"/>
                          </a:solidFill>
                          <a:latin typeface="Arial"/>
                          <a:ea typeface="Arial"/>
                        </a:rPr>
                        <a:t>More Agents</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ctr">
                        <a:lnSpc>
                          <a:spcPct val="100000"/>
                        </a:lnSpc>
                      </a:pPr>
                      <a:r>
                        <a:rPr b="1" lang="en-US" sz="1600" spc="-1" strike="noStrike">
                          <a:solidFill>
                            <a:schemeClr val="lt1">
                              <a:lumMod val="49000"/>
                            </a:schemeClr>
                          </a:solidFill>
                          <a:latin typeface="Calibri"/>
                          <a:ea typeface="Calibri"/>
                        </a:rPr>
                        <a:t>Medium</a:t>
                      </a:r>
                      <a:endParaRPr b="0" lang="en-IN" sz="16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r h="387720">
                <a:tc>
                  <a:txBody>
                    <a:bodyPr anchor="t">
                      <a:noAutofit/>
                    </a:bodyPr>
                    <a:p>
                      <a:pPr>
                        <a:lnSpc>
                          <a:spcPct val="100000"/>
                        </a:lnSpc>
                      </a:pPr>
                      <a:r>
                        <a:rPr b="0" lang="en-US" sz="1400" spc="-1" strike="noStrike">
                          <a:solidFill>
                            <a:schemeClr val="dk2"/>
                          </a:solidFill>
                          <a:latin typeface="Arial"/>
                          <a:ea typeface="Arial"/>
                        </a:rPr>
                        <a:t>Training Programs</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c>
                  <a:txBody>
                    <a:bodyPr anchor="t">
                      <a:noAutofit/>
                    </a:bodyPr>
                    <a:p>
                      <a:pPr algn="ctr">
                        <a:lnSpc>
                          <a:spcPct val="100000"/>
                        </a:lnSpc>
                      </a:pPr>
                      <a:r>
                        <a:rPr b="0" lang="en-US" sz="1400" spc="-1" strike="noStrike">
                          <a:solidFill>
                            <a:schemeClr val="dk2">
                              <a:lumMod val="76000"/>
                              <a:lumOff val="24000"/>
                            </a:schemeClr>
                          </a:solidFill>
                          <a:latin typeface="Arial"/>
                          <a:ea typeface="Arial"/>
                        </a:rPr>
                        <a:t>High</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20000"/>
                      </a:schemeClr>
                    </a:solidFill>
                  </a:tcPr>
                </a:tc>
              </a:tr>
              <a:tr h="387720">
                <a:tc>
                  <a:txBody>
                    <a:bodyPr anchor="t">
                      <a:noAutofit/>
                    </a:bodyPr>
                    <a:p>
                      <a:pPr>
                        <a:lnSpc>
                          <a:spcPct val="100000"/>
                        </a:lnSpc>
                      </a:pPr>
                      <a:r>
                        <a:rPr b="0" lang="en-US" sz="1400" spc="-1" strike="noStrike">
                          <a:solidFill>
                            <a:schemeClr val="dk2"/>
                          </a:solidFill>
                          <a:latin typeface="Arial"/>
                          <a:ea typeface="Arial"/>
                        </a:rPr>
                        <a:t>Software &amp; Hardware Upgrade</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c>
                  <a:txBody>
                    <a:bodyPr anchor="t">
                      <a:noAutofit/>
                    </a:bodyPr>
                    <a:p>
                      <a:pPr algn="ctr">
                        <a:lnSpc>
                          <a:spcPct val="100000"/>
                        </a:lnSpc>
                      </a:pPr>
                      <a:r>
                        <a:rPr b="0" lang="en-US" sz="1400" spc="-1" strike="noStrike">
                          <a:solidFill>
                            <a:srgbClr val="ff0000"/>
                          </a:solidFill>
                          <a:latin typeface="Arial"/>
                          <a:ea typeface="Arial"/>
                        </a:rPr>
                        <a:t>Highest</a:t>
                      </a:r>
                      <a:endParaRPr b="0" lang="en-IN" sz="1400" spc="-1" strike="noStrike">
                        <a:solidFill>
                          <a:srgbClr val="000000"/>
                        </a:solidFill>
                        <a:latin typeface="Arial"/>
                      </a:endParaRPr>
                    </a:p>
                  </a:txBody>
                  <a:tcPr anchor="t" marL="91440" marR="91440">
                    <a:lnL w="12240">
                      <a:solidFill>
                        <a:srgbClr val="c00000"/>
                      </a:solidFill>
                      <a:prstDash val="solid"/>
                    </a:lnL>
                    <a:lnR w="12240">
                      <a:solidFill>
                        <a:srgbClr val="c00000"/>
                      </a:solidFill>
                      <a:prstDash val="solid"/>
                    </a:lnR>
                    <a:lnT w="12240">
                      <a:solidFill>
                        <a:srgbClr val="c00000"/>
                      </a:solidFill>
                      <a:prstDash val="solid"/>
                    </a:lnT>
                    <a:lnB w="12240">
                      <a:solidFill>
                        <a:srgbClr val="c00000"/>
                      </a:solidFill>
                      <a:prstDash val="solid"/>
                    </a:lnB>
                    <a:solidFill>
                      <a:schemeClr val="accent2">
                        <a:tint val="40000"/>
                      </a:schemeClr>
                    </a:solidFill>
                  </a:tcPr>
                </a:tc>
              </a:tr>
            </a:tbl>
          </a:graphicData>
        </a:graphic>
      </p:graphicFrame>
      <p:sp>
        <p:nvSpPr>
          <p:cNvPr id="649" name="TextBox 7"/>
          <p:cNvSpPr/>
          <p:nvPr/>
        </p:nvSpPr>
        <p:spPr>
          <a:xfrm>
            <a:off x="541800" y="3714840"/>
            <a:ext cx="7350480" cy="334800"/>
          </a:xfrm>
          <a:prstGeom prst="rect">
            <a:avLst/>
          </a:prstGeom>
          <a:noFill/>
          <a:ln w="0">
            <a:noFill/>
          </a:ln>
        </p:spPr>
        <p:style>
          <a:lnRef idx="0"/>
          <a:fillRef idx="0"/>
          <a:effectRef idx="0"/>
          <a:fontRef idx="minor"/>
        </p:style>
        <p:txBody>
          <a:bodyPr numCol="1" spcCol="0" horzOverflow="overflow" anchor="t">
            <a:spAutoFit/>
          </a:bodyPr>
          <a:p>
            <a:pPr marL="285840" indent="-285840">
              <a:lnSpc>
                <a:spcPct val="100000"/>
              </a:lnSpc>
              <a:buClr>
                <a:srgbClr val="000000"/>
              </a:buClr>
              <a:buFont typeface="Arial"/>
              <a:buChar char="•"/>
            </a:pPr>
            <a:r>
              <a:rPr b="0" lang="en-US" sz="1400" spc="-1" strike="noStrike">
                <a:solidFill>
                  <a:schemeClr val="accent5"/>
                </a:solidFill>
                <a:latin typeface="Times New Roman"/>
                <a:ea typeface="Arial"/>
              </a:rPr>
              <a:t>Upgrade ticket </a:t>
            </a:r>
            <a:r>
              <a:rPr b="0" lang="en-US" sz="1600" spc="-1" strike="noStrike">
                <a:solidFill>
                  <a:schemeClr val="accent5"/>
                </a:solidFill>
                <a:latin typeface="Times New Roman"/>
                <a:ea typeface="Arial"/>
              </a:rPr>
              <a:t>management</a:t>
            </a:r>
            <a:r>
              <a:rPr b="0" lang="en-US" sz="1400" spc="-1" strike="noStrike">
                <a:solidFill>
                  <a:schemeClr val="accent5"/>
                </a:solidFill>
                <a:latin typeface="Times New Roman"/>
                <a:ea typeface="Arial"/>
              </a:rPr>
              <a:t> Hardware and software first, then improve training programs.</a:t>
            </a:r>
            <a:endParaRPr b="0" lang="en-IN"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Google Shape;700;p9"/>
          <p:cNvSpPr/>
          <p:nvPr/>
        </p:nvSpPr>
        <p:spPr>
          <a:xfrm>
            <a:off x="180000" y="0"/>
            <a:ext cx="779616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Visualization Dashboard</a:t>
            </a:r>
            <a:endParaRPr b="0" lang="en-IN" sz="3000" spc="-1" strike="noStrike">
              <a:solidFill>
                <a:srgbClr val="ffffff"/>
              </a:solidFill>
              <a:latin typeface="Arial"/>
            </a:endParaRPr>
          </a:p>
        </p:txBody>
      </p:sp>
      <p:pic>
        <p:nvPicPr>
          <p:cNvPr id="651" name="" descr=""/>
          <p:cNvPicPr/>
          <p:nvPr/>
        </p:nvPicPr>
        <p:blipFill>
          <a:blip r:embed="rId1"/>
          <a:stretch/>
        </p:blipFill>
        <p:spPr>
          <a:xfrm>
            <a:off x="0" y="746280"/>
            <a:ext cx="9143640" cy="43974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Google Shape;700;p9"/>
          <p:cNvSpPr/>
          <p:nvPr/>
        </p:nvSpPr>
        <p:spPr>
          <a:xfrm>
            <a:off x="545400" y="241560"/>
            <a:ext cx="779616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Visualization Dashboard</a:t>
            </a:r>
            <a:endParaRPr b="0" lang="en-IN" sz="3000" spc="-1" strike="noStrike">
              <a:solidFill>
                <a:srgbClr val="ffffff"/>
              </a:solidFill>
              <a:latin typeface="Arial"/>
            </a:endParaRPr>
          </a:p>
        </p:txBody>
      </p:sp>
      <p:pic>
        <p:nvPicPr>
          <p:cNvPr id="653" name="Picture 4" descr="A screenshot of a graph&#10;&#10;AI-generated content may be incorrect."/>
          <p:cNvPicPr/>
          <p:nvPr/>
        </p:nvPicPr>
        <p:blipFill>
          <a:blip r:embed="rId1"/>
          <a:stretch/>
        </p:blipFill>
        <p:spPr>
          <a:xfrm>
            <a:off x="0" y="1079640"/>
            <a:ext cx="9143640" cy="3663360"/>
          </a:xfrm>
          <a:prstGeom prst="rect">
            <a:avLst/>
          </a:prstGeom>
          <a:ln w="0">
            <a:noFill/>
          </a:ln>
        </p:spPr>
      </p:pic>
      <p:pic>
        <p:nvPicPr>
          <p:cNvPr id="654" name="" descr=""/>
          <p:cNvPicPr/>
          <p:nvPr/>
        </p:nvPicPr>
        <p:blipFill>
          <a:blip r:embed="rId2"/>
          <a:stretch/>
        </p:blipFill>
        <p:spPr>
          <a:xfrm>
            <a:off x="360" y="0"/>
            <a:ext cx="9143640" cy="51436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5" name="Picture 3" descr="A magnifying glass and a light bulb&#10;&#10;AI-generated content may be incorrect."/>
          <p:cNvPicPr/>
          <p:nvPr/>
        </p:nvPicPr>
        <p:blipFill>
          <a:blip r:embed="rId1"/>
          <a:stretch/>
        </p:blipFill>
        <p:spPr>
          <a:xfrm>
            <a:off x="6124320" y="2320920"/>
            <a:ext cx="2777760" cy="2827080"/>
          </a:xfrm>
          <a:prstGeom prst="rect">
            <a:avLst/>
          </a:prstGeom>
          <a:ln w="0">
            <a:noFill/>
          </a:ln>
        </p:spPr>
      </p:pic>
      <p:sp>
        <p:nvSpPr>
          <p:cNvPr id="656" name="Google Shape;700;p9"/>
          <p:cNvSpPr/>
          <p:nvPr/>
        </p:nvSpPr>
        <p:spPr>
          <a:xfrm>
            <a:off x="545400" y="241560"/>
            <a:ext cx="779616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KEY INSIGHTS</a:t>
            </a:r>
            <a:endParaRPr b="0" lang="en-IN" sz="3000" spc="-1" strike="noStrike">
              <a:solidFill>
                <a:srgbClr val="ffffff"/>
              </a:solidFill>
              <a:latin typeface="Arial"/>
            </a:endParaRPr>
          </a:p>
        </p:txBody>
      </p:sp>
      <p:sp>
        <p:nvSpPr>
          <p:cNvPr id="657" name="TextBox 2"/>
          <p:cNvSpPr/>
          <p:nvPr/>
        </p:nvSpPr>
        <p:spPr>
          <a:xfrm>
            <a:off x="541800" y="1290960"/>
            <a:ext cx="6315840" cy="1737000"/>
          </a:xfrm>
          <a:prstGeom prst="rect">
            <a:avLst/>
          </a:prstGeom>
          <a:noFill/>
          <a:ln w="0">
            <a:noFill/>
          </a:ln>
        </p:spPr>
        <p:style>
          <a:lnRef idx="0"/>
          <a:fillRef idx="0"/>
          <a:effectRef idx="0"/>
          <a:fontRef idx="minor"/>
        </p:style>
        <p:txBody>
          <a:bodyPr numCol="1" spcCol="0" horzOverflow="overflow" anchor="t">
            <a:spAutoFit/>
          </a:bodyPr>
          <a:p>
            <a:pPr marL="285840" indent="-285840">
              <a:lnSpc>
                <a:spcPct val="100000"/>
              </a:lnSpc>
              <a:buClr>
                <a:srgbClr val="000000"/>
              </a:buClr>
              <a:buFont typeface="Arial"/>
              <a:buChar char="•"/>
            </a:pPr>
            <a:r>
              <a:rPr b="0" lang="en-US" sz="1800" spc="-1" strike="noStrike">
                <a:solidFill>
                  <a:schemeClr val="accent5"/>
                </a:solidFill>
                <a:latin typeface="Times New Roman"/>
                <a:ea typeface="Arial"/>
              </a:rPr>
              <a:t>Ticket volume is increasing steadily </a:t>
            </a:r>
            <a:endParaRPr b="0" lang="en-IN" sz="1800" spc="-1" strike="noStrike">
              <a:solidFill>
                <a:srgbClr val="ffffff"/>
              </a:solidFill>
              <a:latin typeface="Arial"/>
            </a:endParaRPr>
          </a:p>
          <a:p>
            <a:pPr marL="285840" indent="-285840">
              <a:lnSpc>
                <a:spcPct val="100000"/>
              </a:lnSpc>
              <a:buClr>
                <a:srgbClr val="000000"/>
              </a:buClr>
              <a:buFont typeface="Arial"/>
              <a:buChar char="•"/>
            </a:pPr>
            <a:r>
              <a:rPr b="0" lang="en-US" sz="1800" spc="-1" strike="noStrike">
                <a:solidFill>
                  <a:schemeClr val="accent5"/>
                </a:solidFill>
                <a:latin typeface="Times New Roman"/>
                <a:ea typeface="Arial"/>
              </a:rPr>
              <a:t>Hardware tickets are slowest</a:t>
            </a:r>
            <a:endParaRPr b="0" lang="en-IN" sz="1800" spc="-1" strike="noStrike">
              <a:solidFill>
                <a:srgbClr val="ffffff"/>
              </a:solidFill>
              <a:latin typeface="Arial"/>
            </a:endParaRPr>
          </a:p>
          <a:p>
            <a:pPr marL="285840" indent="-285840">
              <a:lnSpc>
                <a:spcPct val="100000"/>
              </a:lnSpc>
              <a:buClr>
                <a:srgbClr val="000000"/>
              </a:buClr>
              <a:buFont typeface="Arial"/>
              <a:buChar char="•"/>
            </a:pPr>
            <a:r>
              <a:rPr b="0" lang="en-US" sz="1800" spc="-1" strike="noStrike">
                <a:solidFill>
                  <a:schemeClr val="accent5"/>
                </a:solidFill>
                <a:latin typeface="Times New Roman"/>
                <a:ea typeface="Arial"/>
              </a:rPr>
              <a:t>Urgent tickets are prioritized effectively</a:t>
            </a:r>
            <a:endParaRPr b="0" lang="en-IN" sz="1800" spc="-1" strike="noStrike">
              <a:solidFill>
                <a:srgbClr val="ffffff"/>
              </a:solidFill>
              <a:latin typeface="Arial"/>
            </a:endParaRPr>
          </a:p>
          <a:p>
            <a:pPr marL="285840" indent="-285840">
              <a:lnSpc>
                <a:spcPct val="100000"/>
              </a:lnSpc>
              <a:buClr>
                <a:srgbClr val="000000"/>
              </a:buClr>
              <a:buFont typeface="Arial"/>
              <a:buChar char="•"/>
            </a:pPr>
            <a:r>
              <a:rPr b="0" lang="en-US" sz="1800" spc="-1" strike="noStrike">
                <a:solidFill>
                  <a:schemeClr val="accent5"/>
                </a:solidFill>
                <a:latin typeface="Times New Roman"/>
                <a:ea typeface="Arial"/>
              </a:rPr>
              <a:t>Some agents require training</a:t>
            </a:r>
            <a:endParaRPr b="0" lang="en-IN" sz="1800" spc="-1" strike="noStrike">
              <a:solidFill>
                <a:srgbClr val="ffffff"/>
              </a:solidFill>
              <a:latin typeface="Arial"/>
            </a:endParaRPr>
          </a:p>
          <a:p>
            <a:pPr marL="285840" indent="-285840">
              <a:lnSpc>
                <a:spcPct val="100000"/>
              </a:lnSpc>
              <a:buClr>
                <a:srgbClr val="000000"/>
              </a:buClr>
              <a:buFont typeface="Arial"/>
              <a:buChar char="•"/>
            </a:pPr>
            <a:r>
              <a:rPr b="0" lang="en-US" sz="1800" spc="-1" strike="noStrike">
                <a:solidFill>
                  <a:schemeClr val="accent5"/>
                </a:solidFill>
                <a:latin typeface="Times New Roman"/>
                <a:ea typeface="Arial"/>
              </a:rPr>
              <a:t>Process inefficiency is a bigger issue than manpower shortage</a:t>
            </a:r>
            <a:endParaRPr b="0" lang="en-IN" sz="1800" spc="-1" strike="noStrike">
              <a:solidFill>
                <a:srgbClr val="ffffff"/>
              </a:solidFill>
              <a:latin typeface="Arial"/>
            </a:endParaRPr>
          </a:p>
          <a:p>
            <a:pPr marL="285840" indent="-285840">
              <a:lnSpc>
                <a:spcPct val="100000"/>
              </a:lnSpc>
              <a:buClr>
                <a:srgbClr val="000000"/>
              </a:buClr>
              <a:buFont typeface="Arial"/>
              <a:buChar char="•"/>
            </a:pPr>
            <a:r>
              <a:rPr b="0" lang="en-US" sz="1800" spc="-1" strike="noStrike">
                <a:solidFill>
                  <a:schemeClr val="accent5"/>
                </a:solidFill>
                <a:latin typeface="Times New Roman"/>
                <a:ea typeface="Arial"/>
              </a:rPr>
              <a:t>Technology investment offers best ROI</a:t>
            </a: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Google Shape;700;p9"/>
          <p:cNvSpPr/>
          <p:nvPr/>
        </p:nvSpPr>
        <p:spPr>
          <a:xfrm>
            <a:off x="545400" y="241560"/>
            <a:ext cx="7796160" cy="639720"/>
          </a:xfrm>
          <a:prstGeom prst="rect">
            <a:avLst/>
          </a:prstGeom>
          <a:noFill/>
          <a:ln w="0">
            <a:noFill/>
          </a:ln>
        </p:spPr>
        <p:style>
          <a:lnRef idx="0"/>
          <a:fillRef idx="0"/>
          <a:effectRef idx="0"/>
          <a:fontRef idx="minor"/>
        </p:style>
        <p:txBody>
          <a:bodyPr tIns="91440" bIns="91440" anchor="t">
            <a:spAutoFit/>
          </a:bodyPr>
          <a:p>
            <a:pPr>
              <a:lnSpc>
                <a:spcPct val="100000"/>
              </a:lnSpc>
            </a:pPr>
            <a:r>
              <a:rPr b="1" lang="en-US" sz="3000" spc="-1" strike="noStrike">
                <a:solidFill>
                  <a:schemeClr val="dk1"/>
                </a:solidFill>
                <a:latin typeface="Times New Roman"/>
                <a:ea typeface="Lato"/>
              </a:rPr>
              <a:t>Conclusion</a:t>
            </a:r>
            <a:endParaRPr b="0" lang="en-IN" sz="3000" spc="-1" strike="noStrike">
              <a:solidFill>
                <a:srgbClr val="ffffff"/>
              </a:solidFill>
              <a:latin typeface="Arial"/>
            </a:endParaRPr>
          </a:p>
        </p:txBody>
      </p:sp>
      <p:sp>
        <p:nvSpPr>
          <p:cNvPr id="659" name="TextBox 2"/>
          <p:cNvSpPr/>
          <p:nvPr/>
        </p:nvSpPr>
        <p:spPr>
          <a:xfrm>
            <a:off x="541800" y="1290960"/>
            <a:ext cx="6414120" cy="2559960"/>
          </a:xfrm>
          <a:prstGeom prst="rect">
            <a:avLst/>
          </a:prstGeom>
          <a:noFill/>
          <a:ln w="0">
            <a:noFill/>
          </a:ln>
        </p:spPr>
        <p:style>
          <a:lnRef idx="0"/>
          <a:fillRef idx="0"/>
          <a:effectRef idx="0"/>
          <a:fontRef idx="minor"/>
        </p:style>
        <p:txBody>
          <a:bodyPr numCol="1" spcCol="0" horzOverflow="overflow" anchor="t">
            <a:spAutoFit/>
          </a:bodyPr>
          <a:p>
            <a:pPr marL="285840" indent="-285840" algn="just">
              <a:lnSpc>
                <a:spcPct val="100000"/>
              </a:lnSpc>
              <a:buClr>
                <a:srgbClr val="000000"/>
              </a:buClr>
              <a:buFont typeface="Arial"/>
              <a:buChar char="•"/>
            </a:pPr>
            <a:r>
              <a:rPr b="0" lang="en-US" sz="1800" spc="-1" strike="noStrike">
                <a:solidFill>
                  <a:schemeClr val="accent5"/>
                </a:solidFill>
                <a:latin typeface="Calibri"/>
                <a:ea typeface="Calibri"/>
              </a:rPr>
              <a:t>The analysis demonstrates that the IT support team is handling growing workloads effectively, but operational inefficiencies remain in specific categories and workflows. </a:t>
            </a:r>
            <a:endParaRPr b="0" lang="en-IN" sz="1800" spc="-1" strike="noStrike">
              <a:solidFill>
                <a:srgbClr val="ffffff"/>
              </a:solidFill>
              <a:latin typeface="Arial"/>
            </a:endParaRPr>
          </a:p>
          <a:p>
            <a:pPr algn="just">
              <a:lnSpc>
                <a:spcPct val="100000"/>
              </a:lnSpc>
            </a:pPr>
            <a:endParaRPr b="0" lang="en-IN" sz="1800" spc="-1" strike="noStrike">
              <a:solidFill>
                <a:srgbClr val="ffffff"/>
              </a:solidFill>
              <a:latin typeface="Arial"/>
            </a:endParaRPr>
          </a:p>
          <a:p>
            <a:pPr marL="285840" indent="-285840" algn="just">
              <a:lnSpc>
                <a:spcPct val="100000"/>
              </a:lnSpc>
              <a:buClr>
                <a:srgbClr val="000000"/>
              </a:buClr>
              <a:buFont typeface="Arial"/>
              <a:buChar char="•"/>
            </a:pPr>
            <a:r>
              <a:rPr b="0" lang="en-US" sz="1800" spc="-1" strike="noStrike">
                <a:solidFill>
                  <a:schemeClr val="accent5"/>
                </a:solidFill>
                <a:latin typeface="Calibri"/>
                <a:ea typeface="Calibri"/>
              </a:rPr>
              <a:t>Strategic investments in automation, software upgrades, and targeted training can significantly improve resolution efficiency and service quality.</a:t>
            </a:r>
            <a:endParaRPr b="0" lang="en-IN" sz="1800" spc="-1" strike="noStrike">
              <a:solidFill>
                <a:srgbClr val="ffffff"/>
              </a:solidFill>
              <a:latin typeface="Arial"/>
            </a:endParaRPr>
          </a:p>
          <a:p>
            <a:pPr algn="just">
              <a:lnSpc>
                <a:spcPct val="100000"/>
              </a:lnSpc>
            </a:pPr>
            <a:endParaRPr b="0" lang="en-IN"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TextBox 2"/>
          <p:cNvSpPr/>
          <p:nvPr/>
        </p:nvSpPr>
        <p:spPr>
          <a:xfrm>
            <a:off x="959760" y="4350960"/>
            <a:ext cx="6879240" cy="396000"/>
          </a:xfrm>
          <a:prstGeom prst="rect">
            <a:avLst/>
          </a:prstGeom>
          <a:noFill/>
          <a:ln w="0">
            <a:noFill/>
          </a:ln>
        </p:spPr>
        <p:style>
          <a:lnRef idx="0"/>
          <a:fillRef idx="0"/>
          <a:effectRef idx="0"/>
          <a:fontRef idx="minor"/>
        </p:style>
        <p:txBody>
          <a:bodyPr numCol="1" spcCol="0" horzOverflow="overflow" anchor="t">
            <a:spAutoFit/>
          </a:bodyPr>
          <a:p>
            <a:pPr algn="ctr">
              <a:lnSpc>
                <a:spcPct val="100000"/>
              </a:lnSpc>
            </a:pPr>
            <a:r>
              <a:rPr b="1" lang="en-US" sz="2000" spc="-1" strike="noStrike">
                <a:solidFill>
                  <a:schemeClr val="accent5"/>
                </a:solidFill>
                <a:latin typeface="Times New Roman"/>
                <a:ea typeface="Arial"/>
              </a:rPr>
              <a:t>"Data-driven decisions lead to operational excellence."</a:t>
            </a:r>
            <a:endParaRPr b="0" lang="en-IN" sz="2000" spc="-1" strike="noStrike">
              <a:solidFill>
                <a:srgbClr val="ffffff"/>
              </a:solidFill>
              <a:latin typeface="Arial"/>
            </a:endParaRPr>
          </a:p>
        </p:txBody>
      </p:sp>
      <p:pic>
        <p:nvPicPr>
          <p:cNvPr id="661" name="Picture 3" descr="A blue and white thank you card&#10;&#10;AI-generated content may be incorrect."/>
          <p:cNvPicPr/>
          <p:nvPr/>
        </p:nvPicPr>
        <p:blipFill>
          <a:blip r:embed="rId1"/>
          <a:stretch/>
        </p:blipFill>
        <p:spPr>
          <a:xfrm>
            <a:off x="434160" y="0"/>
            <a:ext cx="8275680" cy="51433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2026-05-18T02:52:38Z</dcterms:modified>
  <cp:revision>416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20</vt:i4>
  </property>
  <property fmtid="{D5CDD505-2E9C-101B-9397-08002B2CF9AE}" pid="3" name="PresentationFormat">
    <vt:lpwstr>On-screen Show (16:9)</vt:lpwstr>
  </property>
  <property fmtid="{D5CDD505-2E9C-101B-9397-08002B2CF9AE}" pid="4" name="Slides">
    <vt:i4>20</vt:i4>
  </property>
</Properties>
</file>