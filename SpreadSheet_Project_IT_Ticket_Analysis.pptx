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22.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22.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3.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Lst>
  <p:sldSz cy="5143500" cx="9144000"/>
  <p:notesSz cx="6858000" cy="9144000"/>
  <p:embeddedFontLst>
    <p:embeddedFont>
      <p:font typeface="Lato"/>
      <p:regular r:id="rId29"/>
      <p:bold r:id="rId30"/>
      <p:italic r:id="rId31"/>
      <p:boldItalic r:id="rId32"/>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99F76716-FB14-4D46-B4E7-272E180D2EF3}">
  <a:tblStyle styleId="{99F76716-FB14-4D46-B4E7-272E180D2EF3}"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20" Type="http://schemas.openxmlformats.org/officeDocument/2006/relationships/slide" Target="slides/slide15.xml"/><Relationship Id="rId22" Type="http://schemas.openxmlformats.org/officeDocument/2006/relationships/slide" Target="slides/slide17.xml"/><Relationship Id="rId21" Type="http://schemas.openxmlformats.org/officeDocument/2006/relationships/slide" Target="slides/slide16.xml"/><Relationship Id="rId24" Type="http://schemas.openxmlformats.org/officeDocument/2006/relationships/slide" Target="slides/slide19.xml"/><Relationship Id="rId23" Type="http://schemas.openxmlformats.org/officeDocument/2006/relationships/slide" Target="slides/slide1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4.xml"/><Relationship Id="rId26" Type="http://schemas.openxmlformats.org/officeDocument/2006/relationships/slide" Target="slides/slide21.xml"/><Relationship Id="rId25" Type="http://schemas.openxmlformats.org/officeDocument/2006/relationships/slide" Target="slides/slide20.xml"/><Relationship Id="rId28" Type="http://schemas.openxmlformats.org/officeDocument/2006/relationships/slide" Target="slides/slide23.xml"/><Relationship Id="rId27" Type="http://schemas.openxmlformats.org/officeDocument/2006/relationships/slide" Target="slides/slide22.xml"/><Relationship Id="rId5" Type="http://schemas.openxmlformats.org/officeDocument/2006/relationships/notesMaster" Target="notesMasters/notesMaster1.xml"/><Relationship Id="rId6" Type="http://schemas.openxmlformats.org/officeDocument/2006/relationships/slide" Target="slides/slide1.xml"/><Relationship Id="rId29" Type="http://schemas.openxmlformats.org/officeDocument/2006/relationships/font" Target="fonts/Lato-regular.fntdata"/><Relationship Id="rId7" Type="http://schemas.openxmlformats.org/officeDocument/2006/relationships/slide" Target="slides/slide2.xml"/><Relationship Id="rId8" Type="http://schemas.openxmlformats.org/officeDocument/2006/relationships/slide" Target="slides/slide3.xml"/><Relationship Id="rId31" Type="http://schemas.openxmlformats.org/officeDocument/2006/relationships/font" Target="fonts/Lato-italic.fntdata"/><Relationship Id="rId30" Type="http://schemas.openxmlformats.org/officeDocument/2006/relationships/font" Target="fonts/Lato-bold.fntdata"/><Relationship Id="rId11" Type="http://schemas.openxmlformats.org/officeDocument/2006/relationships/slide" Target="slides/slide6.xml"/><Relationship Id="rId10" Type="http://schemas.openxmlformats.org/officeDocument/2006/relationships/slide" Target="slides/slide5.xml"/><Relationship Id="rId32" Type="http://schemas.openxmlformats.org/officeDocument/2006/relationships/font" Target="fonts/Lato-boldItalic.fntdata"/><Relationship Id="rId13" Type="http://schemas.openxmlformats.org/officeDocument/2006/relationships/slide" Target="slides/slide8.xml"/><Relationship Id="rId12" Type="http://schemas.openxmlformats.org/officeDocument/2006/relationships/slide" Target="slides/slide7.xml"/><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 name="Shape 24"/>
        <p:cNvGrpSpPr/>
        <p:nvPr/>
      </p:nvGrpSpPr>
      <p:grpSpPr>
        <a:xfrm>
          <a:off x="0" y="0"/>
          <a:ext cx="0" cy="0"/>
          <a:chOff x="0" y="0"/>
          <a:chExt cx="0" cy="0"/>
        </a:xfrm>
      </p:grpSpPr>
      <p:sp>
        <p:nvSpPr>
          <p:cNvPr id="25" name="Google Shape;25;p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6" name="Google Shape;26;p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 name="Shape 30"/>
        <p:cNvGrpSpPr/>
        <p:nvPr/>
      </p:nvGrpSpPr>
      <p:grpSpPr>
        <a:xfrm>
          <a:off x="0" y="0"/>
          <a:ext cx="0" cy="0"/>
          <a:chOff x="0" y="0"/>
          <a:chExt cx="0" cy="0"/>
        </a:xfrm>
      </p:grpSpPr>
      <p:sp>
        <p:nvSpPr>
          <p:cNvPr id="31" name="Google Shape;31;p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2" name="Google Shape;32;p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 name="Shape 40"/>
        <p:cNvGrpSpPr/>
        <p:nvPr/>
      </p:nvGrpSpPr>
      <p:grpSpPr>
        <a:xfrm>
          <a:off x="0" y="0"/>
          <a:ext cx="0" cy="0"/>
          <a:chOff x="0" y="0"/>
          <a:chExt cx="0" cy="0"/>
        </a:xfrm>
      </p:grpSpPr>
      <p:sp>
        <p:nvSpPr>
          <p:cNvPr id="41" name="Google Shape;41;p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 name="Google Shape;42;p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 name="Shape 46"/>
        <p:cNvGrpSpPr/>
        <p:nvPr/>
      </p:nvGrpSpPr>
      <p:grpSpPr>
        <a:xfrm>
          <a:off x="0" y="0"/>
          <a:ext cx="0" cy="0"/>
          <a:chOff x="0" y="0"/>
          <a:chExt cx="0" cy="0"/>
        </a:xfrm>
      </p:grpSpPr>
      <p:sp>
        <p:nvSpPr>
          <p:cNvPr id="47" name="Google Shape;47;p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8" name="Google Shape;48;p4: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 name="Shape 54"/>
        <p:cNvGrpSpPr/>
        <p:nvPr/>
      </p:nvGrpSpPr>
      <p:grpSpPr>
        <a:xfrm>
          <a:off x="0" y="0"/>
          <a:ext cx="0" cy="0"/>
          <a:chOff x="0" y="0"/>
          <a:chExt cx="0" cy="0"/>
        </a:xfrm>
      </p:grpSpPr>
      <p:sp>
        <p:nvSpPr>
          <p:cNvPr id="55" name="Google Shape;55;p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6" name="Google Shape;56;p5: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 name="Shape 63"/>
        <p:cNvGrpSpPr/>
        <p:nvPr/>
      </p:nvGrpSpPr>
      <p:grpSpPr>
        <a:xfrm>
          <a:off x="0" y="0"/>
          <a:ext cx="0" cy="0"/>
          <a:chOff x="0" y="0"/>
          <a:chExt cx="0" cy="0"/>
        </a:xfrm>
      </p:grpSpPr>
      <p:sp>
        <p:nvSpPr>
          <p:cNvPr id="64" name="Google Shape;64;p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65" name="Google Shape;65;p6: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 name="Shape 83"/>
        <p:cNvGrpSpPr/>
        <p:nvPr/>
      </p:nvGrpSpPr>
      <p:grpSpPr>
        <a:xfrm>
          <a:off x="0" y="0"/>
          <a:ext cx="0" cy="0"/>
          <a:chOff x="0" y="0"/>
          <a:chExt cx="0" cy="0"/>
        </a:xfrm>
      </p:grpSpPr>
      <p:sp>
        <p:nvSpPr>
          <p:cNvPr id="84" name="Google Shape;84;p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5" name="Google Shape;85;p7: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93" name="Google Shape;93;p8: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 name="Shape 99"/>
        <p:cNvGrpSpPr/>
        <p:nvPr/>
      </p:nvGrpSpPr>
      <p:grpSpPr>
        <a:xfrm>
          <a:off x="0" y="0"/>
          <a:ext cx="0" cy="0"/>
          <a:chOff x="0" y="0"/>
          <a:chExt cx="0" cy="0"/>
        </a:xfrm>
      </p:grpSpPr>
      <p:sp>
        <p:nvSpPr>
          <p:cNvPr id="100" name="Google Shape;100;g3e398d3475c_1_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1" name="Google Shape;101;g3e398d3475c_1_23: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p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8" name="Google Shape;108;p9: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 name="Shape 113"/>
        <p:cNvGrpSpPr/>
        <p:nvPr/>
      </p:nvGrpSpPr>
      <p:grpSpPr>
        <a:xfrm>
          <a:off x="0" y="0"/>
          <a:ext cx="0" cy="0"/>
          <a:chOff x="0" y="0"/>
          <a:chExt cx="0" cy="0"/>
        </a:xfrm>
      </p:grpSpPr>
      <p:sp>
        <p:nvSpPr>
          <p:cNvPr id="114" name="Google Shape;114;p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5" name="Google Shape;115;p10: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g3e398d3475c_1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g3e398d3475c_1_16: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30" name="Google Shape;130;p1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p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38" name="Google Shape;138;p1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2" name="Shape 142"/>
        <p:cNvGrpSpPr/>
        <p:nvPr/>
      </p:nvGrpSpPr>
      <p:grpSpPr>
        <a:xfrm>
          <a:off x="0" y="0"/>
          <a:ext cx="0" cy="0"/>
          <a:chOff x="0" y="0"/>
          <a:chExt cx="0" cy="0"/>
        </a:xfrm>
      </p:grpSpPr>
      <p:sp>
        <p:nvSpPr>
          <p:cNvPr id="143" name="Google Shape;143;g3e398d3475c_1_3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44" name="Google Shape;144;g3e398d3475c_1_32: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 name="Shape 149"/>
        <p:cNvGrpSpPr/>
        <p:nvPr/>
      </p:nvGrpSpPr>
      <p:grpSpPr>
        <a:xfrm>
          <a:off x="0" y="0"/>
          <a:ext cx="0" cy="0"/>
          <a:chOff x="0" y="0"/>
          <a:chExt cx="0" cy="0"/>
        </a:xfrm>
      </p:grpSpPr>
      <p:sp>
        <p:nvSpPr>
          <p:cNvPr id="150" name="Google Shape;150;p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51" name="Google Shape;151;p1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7" name="Shape 157"/>
        <p:cNvGrpSpPr/>
        <p:nvPr/>
      </p:nvGrpSpPr>
      <p:grpSpPr>
        <a:xfrm>
          <a:off x="0" y="0"/>
          <a:ext cx="0" cy="0"/>
          <a:chOff x="0" y="0"/>
          <a:chExt cx="0" cy="0"/>
        </a:xfrm>
      </p:grpSpPr>
      <p:sp>
        <p:nvSpPr>
          <p:cNvPr id="158" name="Google Shape;158;p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59" name="Google Shape;159;p14: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4" name="Shape 164"/>
        <p:cNvGrpSpPr/>
        <p:nvPr/>
      </p:nvGrpSpPr>
      <p:grpSpPr>
        <a:xfrm>
          <a:off x="0" y="0"/>
          <a:ext cx="0" cy="0"/>
          <a:chOff x="0" y="0"/>
          <a:chExt cx="0" cy="0"/>
        </a:xfrm>
      </p:grpSpPr>
      <p:sp>
        <p:nvSpPr>
          <p:cNvPr id="165" name="Google Shape;165;p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66" name="Google Shape;166;p15: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2" name="Shape 172"/>
        <p:cNvGrpSpPr/>
        <p:nvPr/>
      </p:nvGrpSpPr>
      <p:grpSpPr>
        <a:xfrm>
          <a:off x="0" y="0"/>
          <a:ext cx="0" cy="0"/>
          <a:chOff x="0" y="0"/>
          <a:chExt cx="0" cy="0"/>
        </a:xfrm>
      </p:grpSpPr>
      <p:sp>
        <p:nvSpPr>
          <p:cNvPr id="173" name="Google Shape;173;p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74" name="Google Shape;174;p16: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8" name="Shape 178"/>
        <p:cNvGrpSpPr/>
        <p:nvPr/>
      </p:nvGrpSpPr>
      <p:grpSpPr>
        <a:xfrm>
          <a:off x="0" y="0"/>
          <a:ext cx="0" cy="0"/>
          <a:chOff x="0" y="0"/>
          <a:chExt cx="0" cy="0"/>
        </a:xfrm>
      </p:grpSpPr>
      <p:sp>
        <p:nvSpPr>
          <p:cNvPr id="179" name="Google Shape;179;p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80" name="Google Shape;180;p17: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 name="Shape 184"/>
        <p:cNvGrpSpPr/>
        <p:nvPr/>
      </p:nvGrpSpPr>
      <p:grpSpPr>
        <a:xfrm>
          <a:off x="0" y="0"/>
          <a:ext cx="0" cy="0"/>
          <a:chOff x="0" y="0"/>
          <a:chExt cx="0" cy="0"/>
        </a:xfrm>
      </p:grpSpPr>
      <p:sp>
        <p:nvSpPr>
          <p:cNvPr id="185" name="Google Shape;185;p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86" name="Google Shape;186;p18: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 name="Shape 191"/>
        <p:cNvGrpSpPr/>
        <p:nvPr/>
      </p:nvGrpSpPr>
      <p:grpSpPr>
        <a:xfrm>
          <a:off x="0" y="0"/>
          <a:ext cx="0" cy="0"/>
          <a:chOff x="0" y="0"/>
          <a:chExt cx="0" cy="0"/>
        </a:xfrm>
      </p:grpSpPr>
      <p:sp>
        <p:nvSpPr>
          <p:cNvPr id="192" name="Google Shape;192;p1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93" name="Google Shape;193;p19: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 name="Shape 197"/>
        <p:cNvGrpSpPr/>
        <p:nvPr/>
      </p:nvGrpSpPr>
      <p:grpSpPr>
        <a:xfrm>
          <a:off x="0" y="0"/>
          <a:ext cx="0" cy="0"/>
          <a:chOff x="0" y="0"/>
          <a:chExt cx="0" cy="0"/>
        </a:xfrm>
      </p:grpSpPr>
      <p:sp>
        <p:nvSpPr>
          <p:cNvPr id="198" name="Google Shape;198;p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99" name="Google Shape;199;p20: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spTree>
      <p:nvGrpSpPr>
        <p:cNvPr id="21" name="Shape 21"/>
        <p:cNvGrpSpPr/>
        <p:nvPr/>
      </p:nvGrpSpPr>
      <p:grpSpPr>
        <a:xfrm>
          <a:off x="0" y="0"/>
          <a:ext cx="0" cy="0"/>
          <a:chOff x="0" y="0"/>
          <a:chExt cx="0" cy="0"/>
        </a:xfrm>
      </p:grpSpPr>
      <p:sp>
        <p:nvSpPr>
          <p:cNvPr id="22" name="Google Shape;22;p2"/>
          <p:cNvSpPr txBox="1"/>
          <p:nvPr>
            <p:ph type="title"/>
          </p:nvPr>
        </p:nvSpPr>
        <p:spPr>
          <a:xfrm>
            <a:off x="1116000" y="1999080"/>
            <a:ext cx="4384440" cy="1698480"/>
          </a:xfrm>
          <a:prstGeom prst="rect">
            <a:avLst/>
          </a:prstGeom>
          <a:noFill/>
          <a:ln>
            <a:noFill/>
          </a:ln>
        </p:spPr>
        <p:txBody>
          <a:bodyPr anchorCtr="0" anchor="ctr"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3" name="Google Shape;23;p2"/>
          <p:cNvSpPr txBox="1"/>
          <p:nvPr>
            <p:ph idx="1" type="subTitle"/>
          </p:nvPr>
        </p:nvSpPr>
        <p:spPr>
          <a:xfrm>
            <a:off x="457200" y="1203480"/>
            <a:ext cx="8229240" cy="2982960"/>
          </a:xfrm>
          <a:prstGeom prst="rect">
            <a:avLst/>
          </a:prstGeom>
          <a:noFill/>
          <a:ln>
            <a:noFill/>
          </a:ln>
        </p:spPr>
        <p:txBody>
          <a:bodyPr anchorCtr="0" anchor="ctr"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dk2"/>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1116000" y="1999080"/>
            <a:ext cx="4384440" cy="1698480"/>
          </a:xfrm>
          <a:prstGeom prst="rect">
            <a:avLst/>
          </a:prstGeom>
          <a:noFill/>
          <a:ln>
            <a:noFill/>
          </a:ln>
        </p:spPr>
        <p:txBody>
          <a:bodyPr anchorCtr="0" anchor="b" bIns="91425" lIns="91425" spcFirstLastPara="1" rIns="91425" wrap="square" tIns="91425">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grpSp>
        <p:nvGrpSpPr>
          <p:cNvPr id="7" name="Google Shape;7;p1"/>
          <p:cNvGrpSpPr/>
          <p:nvPr/>
        </p:nvGrpSpPr>
        <p:grpSpPr>
          <a:xfrm>
            <a:off x="7612200" y="-540720"/>
            <a:ext cx="1110960" cy="1110960"/>
            <a:chOff x="7612200" y="-540720"/>
            <a:chExt cx="1110960" cy="1110960"/>
          </a:xfrm>
        </p:grpSpPr>
        <p:sp>
          <p:nvSpPr>
            <p:cNvPr id="8" name="Google Shape;8;p1"/>
            <p:cNvSpPr/>
            <p:nvPr/>
          </p:nvSpPr>
          <p:spPr>
            <a:xfrm>
              <a:off x="7612200" y="-540720"/>
              <a:ext cx="1110960" cy="1110960"/>
            </a:xfrm>
            <a:custGeom>
              <a:rect b="b" l="l" r="r" t="t"/>
              <a:pathLst>
                <a:path extrusionOk="0" fill="none" h="17396" w="17396">
                  <a:moveTo>
                    <a:pt x="8698" y="1"/>
                  </a:moveTo>
                  <a:cubicBezTo>
                    <a:pt x="13503" y="1"/>
                    <a:pt x="17395" y="3893"/>
                    <a:pt x="17395" y="8698"/>
                  </a:cubicBezTo>
                  <a:cubicBezTo>
                    <a:pt x="17395" y="13496"/>
                    <a:pt x="13503" y="17396"/>
                    <a:pt x="8698" y="17396"/>
                  </a:cubicBezTo>
                  <a:cubicBezTo>
                    <a:pt x="3900" y="17396"/>
                    <a:pt x="1" y="13496"/>
                    <a:pt x="1" y="8698"/>
                  </a:cubicBezTo>
                  <a:cubicBezTo>
                    <a:pt x="1" y="3893"/>
                    <a:pt x="3900" y="1"/>
                    <a:pt x="8698" y="1"/>
                  </a:cubicBezTo>
                  <a:close/>
                </a:path>
              </a:pathLst>
            </a:custGeom>
            <a:noFill/>
            <a:ln cap="flat" cmpd="sng" w="9525">
              <a:solidFill>
                <a:srgbClr val="00CADA"/>
              </a:solidFill>
              <a:prstDash val="solid"/>
              <a:miter lim="8000"/>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9" name="Google Shape;9;p1"/>
            <p:cNvSpPr/>
            <p:nvPr/>
          </p:nvSpPr>
          <p:spPr>
            <a:xfrm>
              <a:off x="7786080" y="-367200"/>
              <a:ext cx="763560" cy="761760"/>
            </a:xfrm>
            <a:custGeom>
              <a:rect b="b" l="l" r="r" t="t"/>
              <a:pathLst>
                <a:path extrusionOk="0" fill="none" h="11931" w="11960">
                  <a:moveTo>
                    <a:pt x="5980" y="1"/>
                  </a:moveTo>
                  <a:cubicBezTo>
                    <a:pt x="9271" y="1"/>
                    <a:pt x="11960" y="2653"/>
                    <a:pt x="11960" y="5980"/>
                  </a:cubicBezTo>
                  <a:cubicBezTo>
                    <a:pt x="11960" y="9271"/>
                    <a:pt x="9271" y="11931"/>
                    <a:pt x="5980" y="11931"/>
                  </a:cubicBezTo>
                  <a:cubicBezTo>
                    <a:pt x="2690" y="11931"/>
                    <a:pt x="1" y="9271"/>
                    <a:pt x="1" y="5980"/>
                  </a:cubicBezTo>
                  <a:cubicBezTo>
                    <a:pt x="1" y="2653"/>
                    <a:pt x="2690" y="1"/>
                    <a:pt x="5980" y="1"/>
                  </a:cubicBezTo>
                  <a:close/>
                </a:path>
              </a:pathLst>
            </a:custGeom>
            <a:noFill/>
            <a:ln cap="flat" cmpd="sng" w="9525">
              <a:solidFill>
                <a:srgbClr val="AFAFB6"/>
              </a:solidFill>
              <a:prstDash val="solid"/>
              <a:miter lim="8000"/>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grpSp>
      <p:grpSp>
        <p:nvGrpSpPr>
          <p:cNvPr id="10" name="Google Shape;10;p1"/>
          <p:cNvGrpSpPr/>
          <p:nvPr/>
        </p:nvGrpSpPr>
        <p:grpSpPr>
          <a:xfrm>
            <a:off x="8208900" y="2109060"/>
            <a:ext cx="1159740" cy="247500"/>
            <a:chOff x="8208900" y="2109060"/>
            <a:chExt cx="1159740" cy="247500"/>
          </a:xfrm>
        </p:grpSpPr>
        <p:sp>
          <p:nvSpPr>
            <p:cNvPr id="11" name="Google Shape;11;p1"/>
            <p:cNvSpPr/>
            <p:nvPr/>
          </p:nvSpPr>
          <p:spPr>
            <a:xfrm rot="5400000">
              <a:off x="8424720" y="1893240"/>
              <a:ext cx="42840" cy="474480"/>
            </a:xfrm>
            <a:custGeom>
              <a:rect b="b" l="l" r="r" t="t"/>
              <a:pathLst>
                <a:path extrusionOk="0" fill="none" h="8307" w="754">
                  <a:moveTo>
                    <a:pt x="391" y="8307"/>
                  </a:moveTo>
                  <a:lnTo>
                    <a:pt x="391" y="8307"/>
                  </a:lnTo>
                  <a:cubicBezTo>
                    <a:pt x="181" y="8307"/>
                    <a:pt x="0" y="8155"/>
                    <a:pt x="0" y="7944"/>
                  </a:cubicBezTo>
                  <a:lnTo>
                    <a:pt x="0" y="363"/>
                  </a:lnTo>
                  <a:cubicBezTo>
                    <a:pt x="0" y="182"/>
                    <a:pt x="181" y="1"/>
                    <a:pt x="391" y="1"/>
                  </a:cubicBezTo>
                  <a:lnTo>
                    <a:pt x="391" y="1"/>
                  </a:lnTo>
                  <a:cubicBezTo>
                    <a:pt x="573" y="1"/>
                    <a:pt x="754" y="182"/>
                    <a:pt x="754" y="363"/>
                  </a:cubicBezTo>
                  <a:lnTo>
                    <a:pt x="754" y="7944"/>
                  </a:lnTo>
                  <a:cubicBezTo>
                    <a:pt x="754" y="8155"/>
                    <a:pt x="573" y="8307"/>
                    <a:pt x="391" y="8307"/>
                  </a:cubicBezTo>
                  <a:close/>
                </a:path>
              </a:pathLst>
            </a:custGeom>
            <a:noFill/>
            <a:ln cap="flat" cmpd="sng" w="9525">
              <a:solidFill>
                <a:srgbClr val="00CADA"/>
              </a:solidFill>
              <a:prstDash val="solid"/>
              <a:miter lim="8000"/>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2" name="Google Shape;12;p1"/>
            <p:cNvSpPr/>
            <p:nvPr/>
          </p:nvSpPr>
          <p:spPr>
            <a:xfrm rot="-5400000">
              <a:off x="8917560" y="1905480"/>
              <a:ext cx="74880" cy="827280"/>
            </a:xfrm>
            <a:custGeom>
              <a:rect b="b" l="l" r="r" t="t"/>
              <a:pathLst>
                <a:path extrusionOk="0" fill="none" h="8307" w="754">
                  <a:moveTo>
                    <a:pt x="391" y="8307"/>
                  </a:moveTo>
                  <a:lnTo>
                    <a:pt x="391" y="8307"/>
                  </a:lnTo>
                  <a:cubicBezTo>
                    <a:pt x="181" y="8307"/>
                    <a:pt x="0" y="8155"/>
                    <a:pt x="0" y="7944"/>
                  </a:cubicBezTo>
                  <a:lnTo>
                    <a:pt x="0" y="363"/>
                  </a:lnTo>
                  <a:cubicBezTo>
                    <a:pt x="0" y="182"/>
                    <a:pt x="181" y="1"/>
                    <a:pt x="391" y="1"/>
                  </a:cubicBezTo>
                  <a:lnTo>
                    <a:pt x="391" y="1"/>
                  </a:lnTo>
                  <a:cubicBezTo>
                    <a:pt x="573" y="1"/>
                    <a:pt x="754" y="182"/>
                    <a:pt x="754" y="363"/>
                  </a:cubicBezTo>
                  <a:lnTo>
                    <a:pt x="754" y="7944"/>
                  </a:lnTo>
                  <a:cubicBezTo>
                    <a:pt x="754" y="8155"/>
                    <a:pt x="573" y="8307"/>
                    <a:pt x="391" y="8307"/>
                  </a:cubicBezTo>
                  <a:close/>
                </a:path>
              </a:pathLst>
            </a:custGeom>
            <a:noFill/>
            <a:ln cap="flat" cmpd="sng" w="9525">
              <a:solidFill>
                <a:srgbClr val="69639C"/>
              </a:solidFill>
              <a:prstDash val="solid"/>
              <a:miter lim="8000"/>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grpSp>
      <p:grpSp>
        <p:nvGrpSpPr>
          <p:cNvPr id="13" name="Google Shape;13;p1"/>
          <p:cNvGrpSpPr/>
          <p:nvPr/>
        </p:nvGrpSpPr>
        <p:grpSpPr>
          <a:xfrm>
            <a:off x="6272280" y="3419820"/>
            <a:ext cx="3872880" cy="2550780"/>
            <a:chOff x="6272280" y="3419820"/>
            <a:chExt cx="3872880" cy="2550780"/>
          </a:xfrm>
        </p:grpSpPr>
        <p:cxnSp>
          <p:nvCxnSpPr>
            <p:cNvPr id="14" name="Google Shape;14;p1"/>
            <p:cNvCxnSpPr/>
            <p:nvPr/>
          </p:nvCxnSpPr>
          <p:spPr>
            <a:xfrm flipH="1">
              <a:off x="6272280" y="5970240"/>
              <a:ext cx="3872880" cy="360"/>
            </a:xfrm>
            <a:prstGeom prst="straightConnector1">
              <a:avLst/>
            </a:prstGeom>
            <a:noFill/>
            <a:ln cap="flat" cmpd="sng" w="9525">
              <a:solidFill>
                <a:srgbClr val="69639C"/>
              </a:solidFill>
              <a:prstDash val="solid"/>
              <a:round/>
              <a:headEnd len="sm" w="sm" type="none"/>
              <a:tailEnd len="sm" w="sm" type="none"/>
            </a:ln>
          </p:spPr>
        </p:cxnSp>
        <p:cxnSp>
          <p:nvCxnSpPr>
            <p:cNvPr id="15" name="Google Shape;15;p1"/>
            <p:cNvCxnSpPr/>
            <p:nvPr/>
          </p:nvCxnSpPr>
          <p:spPr>
            <a:xfrm flipH="1" rot="10800000">
              <a:off x="8208360" y="3582360"/>
              <a:ext cx="464760" cy="450720"/>
            </a:xfrm>
            <a:prstGeom prst="straightConnector1">
              <a:avLst/>
            </a:prstGeom>
            <a:noFill/>
            <a:ln cap="flat" cmpd="sng" w="9525">
              <a:solidFill>
                <a:srgbClr val="69639C"/>
              </a:solidFill>
              <a:prstDash val="solid"/>
              <a:round/>
              <a:headEnd len="sm" w="sm" type="none"/>
              <a:tailEnd len="sm" w="sm" type="none"/>
            </a:ln>
          </p:spPr>
        </p:cxnSp>
        <p:sp>
          <p:nvSpPr>
            <p:cNvPr id="16" name="Google Shape;16;p1"/>
            <p:cNvSpPr/>
            <p:nvPr/>
          </p:nvSpPr>
          <p:spPr>
            <a:xfrm flipH="1" rot="5400000">
              <a:off x="8641440" y="3420720"/>
              <a:ext cx="192960" cy="191160"/>
            </a:xfrm>
            <a:custGeom>
              <a:rect b="b" l="l" r="r" t="t"/>
              <a:pathLst>
                <a:path extrusionOk="0" fill="none" h="2719" w="2748">
                  <a:moveTo>
                    <a:pt x="2748" y="1363"/>
                  </a:moveTo>
                  <a:cubicBezTo>
                    <a:pt x="2748" y="2117"/>
                    <a:pt x="2117" y="2718"/>
                    <a:pt x="1392" y="2718"/>
                  </a:cubicBezTo>
                  <a:cubicBezTo>
                    <a:pt x="638" y="2718"/>
                    <a:pt x="1" y="2117"/>
                    <a:pt x="1" y="1363"/>
                  </a:cubicBezTo>
                  <a:cubicBezTo>
                    <a:pt x="1" y="609"/>
                    <a:pt x="638" y="0"/>
                    <a:pt x="1392" y="0"/>
                  </a:cubicBezTo>
                  <a:cubicBezTo>
                    <a:pt x="2117" y="0"/>
                    <a:pt x="2748" y="609"/>
                    <a:pt x="2748" y="1363"/>
                  </a:cubicBezTo>
                  <a:close/>
                </a:path>
              </a:pathLst>
            </a:custGeom>
            <a:solidFill>
              <a:schemeClr val="lt2"/>
            </a:solidFill>
            <a:ln cap="flat" cmpd="sng" w="9525">
              <a:solidFill>
                <a:srgbClr val="69639C"/>
              </a:solidFill>
              <a:prstDash val="solid"/>
              <a:miter lim="8000"/>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grpSp>
      <p:grpSp>
        <p:nvGrpSpPr>
          <p:cNvPr id="17" name="Google Shape;17;p1"/>
          <p:cNvGrpSpPr/>
          <p:nvPr/>
        </p:nvGrpSpPr>
        <p:grpSpPr>
          <a:xfrm>
            <a:off x="8456760" y="1205280"/>
            <a:ext cx="356760" cy="493200"/>
            <a:chOff x="8456760" y="1205280"/>
            <a:chExt cx="356760" cy="493200"/>
          </a:xfrm>
        </p:grpSpPr>
        <p:sp>
          <p:nvSpPr>
            <p:cNvPr id="18" name="Google Shape;18;p1"/>
            <p:cNvSpPr/>
            <p:nvPr/>
          </p:nvSpPr>
          <p:spPr>
            <a:xfrm rot="5400000">
              <a:off x="8541000" y="1279800"/>
              <a:ext cx="347040" cy="198000"/>
            </a:xfrm>
            <a:custGeom>
              <a:rect b="b" l="l" r="r" t="t"/>
              <a:pathLst>
                <a:path extrusionOk="0" fill="none" h="2777" w="4864">
                  <a:moveTo>
                    <a:pt x="4863" y="2776"/>
                  </a:moveTo>
                  <a:lnTo>
                    <a:pt x="2051" y="0"/>
                  </a:lnTo>
                  <a:lnTo>
                    <a:pt x="0" y="0"/>
                  </a:lnTo>
                </a:path>
              </a:pathLst>
            </a:custGeom>
            <a:solidFill>
              <a:schemeClr val="lt2"/>
            </a:solidFill>
            <a:ln cap="rnd" cmpd="sng" w="9525">
              <a:solidFill>
                <a:srgbClr val="69639C"/>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9" name="Google Shape;19;p1"/>
            <p:cNvSpPr/>
            <p:nvPr/>
          </p:nvSpPr>
          <p:spPr>
            <a:xfrm rot="5400000">
              <a:off x="8455680" y="1522800"/>
              <a:ext cx="176760" cy="174600"/>
            </a:xfrm>
            <a:custGeom>
              <a:rect b="b" l="l" r="r" t="t"/>
              <a:pathLst>
                <a:path extrusionOk="0" fill="none" h="2719" w="2748">
                  <a:moveTo>
                    <a:pt x="2748" y="1363"/>
                  </a:moveTo>
                  <a:cubicBezTo>
                    <a:pt x="2748" y="2117"/>
                    <a:pt x="2117" y="2718"/>
                    <a:pt x="1392" y="2718"/>
                  </a:cubicBezTo>
                  <a:cubicBezTo>
                    <a:pt x="638" y="2718"/>
                    <a:pt x="1" y="2117"/>
                    <a:pt x="1" y="1363"/>
                  </a:cubicBezTo>
                  <a:cubicBezTo>
                    <a:pt x="1" y="609"/>
                    <a:pt x="638" y="0"/>
                    <a:pt x="1392" y="0"/>
                  </a:cubicBezTo>
                  <a:cubicBezTo>
                    <a:pt x="2117" y="0"/>
                    <a:pt x="2748" y="609"/>
                    <a:pt x="2748" y="1363"/>
                  </a:cubicBezTo>
                  <a:close/>
                </a:path>
              </a:pathLst>
            </a:custGeom>
            <a:solidFill>
              <a:schemeClr val="lt2"/>
            </a:solidFill>
            <a:ln cap="flat" cmpd="sng" w="9525">
              <a:solidFill>
                <a:srgbClr val="69639C"/>
              </a:solidFill>
              <a:prstDash val="solid"/>
              <a:miter lim="8000"/>
              <a:headEnd len="sm" w="sm" type="none"/>
              <a:tailEnd len="sm" w="sm" type="none"/>
            </a:ln>
          </p:spPr>
          <p:txBody>
            <a:bodyPr anchorCtr="0" anchor="ctr" bIns="87475" lIns="91425" spcFirstLastPara="1" rIns="91425" wrap="square" tIns="87475">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grpSp>
      <p:sp>
        <p:nvSpPr>
          <p:cNvPr id="20" name="Google Shape;20;p1"/>
          <p:cNvSpPr txBox="1"/>
          <p:nvPr>
            <p:ph idx="1" type="body"/>
          </p:nvPr>
        </p:nvSpPr>
        <p:spPr>
          <a:xfrm>
            <a:off x="457200" y="1203480"/>
            <a:ext cx="8229240" cy="2982960"/>
          </a:xfrm>
          <a:prstGeom prst="rect">
            <a:avLst/>
          </a:prstGeom>
          <a:noFill/>
          <a:ln>
            <a:noFill/>
          </a:ln>
        </p:spPr>
        <p:txBody>
          <a:bodyPr anchorCtr="0" anchor="t" bIns="0" lIns="0" spcFirstLastPara="1" rIns="0" wrap="square" tIns="0">
            <a:normAutofit/>
          </a:bodyPr>
          <a:lstStyle>
            <a:lvl1pPr indent="-228600" lvl="0" marL="457200" marR="0" rtl="0" algn="l">
              <a:spcBef>
                <a:spcPts val="0"/>
              </a:spcBef>
              <a:spcAft>
                <a:spcPts val="0"/>
              </a:spcAft>
              <a:buSzPts val="1400"/>
              <a:buNone/>
              <a:defRPr b="0" i="0" sz="1800" u="none" cap="none" strike="noStrike"/>
            </a:lvl1pPr>
            <a:lvl2pPr indent="-228600" lvl="1" marL="914400" marR="0" rtl="0" algn="l">
              <a:spcBef>
                <a:spcPts val="0"/>
              </a:spcBef>
              <a:spcAft>
                <a:spcPts val="0"/>
              </a:spcAft>
              <a:buSzPts val="1400"/>
              <a:buNone/>
              <a:defRPr b="0" i="0" sz="1800" u="none" cap="none" strike="noStrike"/>
            </a:lvl2pPr>
            <a:lvl3pPr indent="-228600" lvl="2" marL="1371600" marR="0" rtl="0" algn="l">
              <a:spcBef>
                <a:spcPts val="0"/>
              </a:spcBef>
              <a:spcAft>
                <a:spcPts val="0"/>
              </a:spcAft>
              <a:buSzPts val="1400"/>
              <a:buNone/>
              <a:defRPr b="0" i="0" sz="1800" u="none" cap="none" strike="noStrike"/>
            </a:lvl3pPr>
            <a:lvl4pPr indent="-228600" lvl="3" marL="1828800" marR="0" rtl="0" algn="l">
              <a:spcBef>
                <a:spcPts val="0"/>
              </a:spcBef>
              <a:spcAft>
                <a:spcPts val="0"/>
              </a:spcAft>
              <a:buSzPts val="1400"/>
              <a:buNone/>
              <a:defRPr b="0" i="0" sz="1800" u="none" cap="none" strike="noStrike"/>
            </a:lvl4pPr>
            <a:lvl5pPr indent="-228600" lvl="4" marL="2286000" marR="0" rtl="0" algn="l">
              <a:spcBef>
                <a:spcPts val="0"/>
              </a:spcBef>
              <a:spcAft>
                <a:spcPts val="0"/>
              </a:spcAft>
              <a:buSzPts val="1400"/>
              <a:buNone/>
              <a:defRPr b="0" i="0" sz="1800" u="none" cap="none" strike="noStrike"/>
            </a:lvl5pPr>
            <a:lvl6pPr indent="-228600" lvl="5" marL="2743200" marR="0" rtl="0" algn="l">
              <a:spcBef>
                <a:spcPts val="0"/>
              </a:spcBef>
              <a:spcAft>
                <a:spcPts val="0"/>
              </a:spcAft>
              <a:buSzPts val="1400"/>
              <a:buNone/>
              <a:defRPr b="0" i="0" sz="1800" u="none" cap="none" strike="noStrike"/>
            </a:lvl6pPr>
            <a:lvl7pPr indent="-228600" lvl="6" marL="3200400" marR="0" rtl="0" algn="l">
              <a:spcBef>
                <a:spcPts val="0"/>
              </a:spcBef>
              <a:spcAft>
                <a:spcPts val="0"/>
              </a:spcAft>
              <a:buSzPts val="1400"/>
              <a:buNone/>
              <a:defRPr b="0" i="0" sz="1800" u="none" cap="none" strike="noStrike"/>
            </a:lvl7pPr>
            <a:lvl8pPr indent="-228600" lvl="7" marL="3657600" marR="0" rtl="0" algn="l">
              <a:spcBef>
                <a:spcPts val="0"/>
              </a:spcBef>
              <a:spcAft>
                <a:spcPts val="0"/>
              </a:spcAft>
              <a:buSzPts val="1400"/>
              <a:buNone/>
              <a:defRPr b="0" i="0" sz="1800" u="none" cap="none" strike="noStrike"/>
            </a:lvl8pPr>
            <a:lvl9pPr indent="-228600" lvl="8" marL="4114800" marR="0" rtl="0" algn="l">
              <a:spcBef>
                <a:spcPts val="0"/>
              </a:spcBef>
              <a:spcAft>
                <a:spcPts val="0"/>
              </a:spcAft>
              <a:buSzPts val="1400"/>
              <a:buNone/>
              <a:defRPr b="0" i="0" sz="1800" u="none" cap="none" strike="noStrike"/>
            </a:lvl9pPr>
          </a:lstStyle>
          <a:p/>
        </p:txBody>
      </p:sp>
    </p:spTree>
  </p:cSld>
  <p:clrMap accent1="accent1" accent2="accent2" accent3="accent3" accent4="accent4" accent5="accent5" accent6="accent6" bg1="lt1" bg2="dk2" tx1="dk1" tx2="lt2" folHlink="folHlink" hlink="hlink"/>
  <p:sldLayoutIdLst>
    <p:sldLayoutId id="2147483648"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4.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1.png"/><Relationship Id="rId4" Type="http://schemas.openxmlformats.org/officeDocument/2006/relationships/image" Target="../media/image7.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5.png"/><Relationship Id="rId4" Type="http://schemas.openxmlformats.org/officeDocument/2006/relationships/image" Target="../media/image2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 Id="rId4" Type="http://schemas.openxmlformats.org/officeDocument/2006/relationships/image" Target="../media/image13.jpg"/><Relationship Id="rId5" Type="http://schemas.openxmlformats.org/officeDocument/2006/relationships/image" Target="../media/image2.png"/><Relationship Id="rId6" Type="http://schemas.openxmlformats.org/officeDocument/2006/relationships/image" Target="../media/image10.png"/><Relationship Id="rId7"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8.png"/><Relationship Id="rId4" Type="http://schemas.openxmlformats.org/officeDocument/2006/relationships/image" Target="../media/image1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0.png"/><Relationship Id="rId4" Type="http://schemas.openxmlformats.org/officeDocument/2006/relationships/image" Target="../media/image1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22.png"/><Relationship Id="rId4" Type="http://schemas.openxmlformats.org/officeDocument/2006/relationships/image" Target="../media/image2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2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2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2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3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2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28.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 name="Shape 27"/>
        <p:cNvGrpSpPr/>
        <p:nvPr/>
      </p:nvGrpSpPr>
      <p:grpSpPr>
        <a:xfrm>
          <a:off x="0" y="0"/>
          <a:ext cx="0" cy="0"/>
          <a:chOff x="0" y="0"/>
          <a:chExt cx="0" cy="0"/>
        </a:xfrm>
      </p:grpSpPr>
      <p:sp>
        <p:nvSpPr>
          <p:cNvPr id="28" name="Google Shape;28;p3"/>
          <p:cNvSpPr/>
          <p:nvPr/>
        </p:nvSpPr>
        <p:spPr>
          <a:xfrm>
            <a:off x="585000" y="2045880"/>
            <a:ext cx="7408440" cy="172224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None/>
            </a:pPr>
            <a:r>
              <a:rPr b="1" i="0" lang="en-US" sz="2400" u="none" cap="none" strike="noStrike">
                <a:solidFill>
                  <a:schemeClr val="dk1"/>
                </a:solidFill>
                <a:latin typeface="Lato"/>
                <a:ea typeface="Lato"/>
                <a:cs typeface="Lato"/>
                <a:sym typeface="Lato"/>
              </a:rPr>
              <a:t>IT Ticket Analysis</a:t>
            </a:r>
            <a:endParaRPr b="0" i="0" sz="2400" u="none" cap="none" strike="noStrike">
              <a:solidFill>
                <a:srgbClr val="FFFFFF"/>
              </a:solidFill>
              <a:latin typeface="Arial"/>
              <a:ea typeface="Arial"/>
              <a:cs typeface="Arial"/>
              <a:sym typeface="Arial"/>
            </a:endParaRPr>
          </a:p>
          <a:p>
            <a:pPr indent="0" lvl="0" marL="0" marR="0" rtl="0" algn="l">
              <a:lnSpc>
                <a:spcPct val="100000"/>
              </a:lnSpc>
              <a:spcBef>
                <a:spcPts val="1001"/>
              </a:spcBef>
              <a:spcAft>
                <a:spcPts val="0"/>
              </a:spcAft>
              <a:buNone/>
            </a:pPr>
            <a:r>
              <a:t/>
            </a:r>
            <a:endParaRPr b="0" i="0" sz="2400" u="none" cap="none" strike="noStrike">
              <a:solidFill>
                <a:srgbClr val="FFFFFF"/>
              </a:solidFill>
              <a:latin typeface="Arial"/>
              <a:ea typeface="Arial"/>
              <a:cs typeface="Arial"/>
              <a:sym typeface="Arial"/>
            </a:endParaRPr>
          </a:p>
          <a:p>
            <a:pPr indent="457200" lvl="0" marL="457200" marR="0" rtl="0" algn="l">
              <a:lnSpc>
                <a:spcPct val="100000"/>
              </a:lnSpc>
              <a:spcBef>
                <a:spcPts val="1001"/>
              </a:spcBef>
              <a:spcAft>
                <a:spcPts val="0"/>
              </a:spcAft>
              <a:buNone/>
            </a:pPr>
            <a:r>
              <a:rPr b="0" i="1" lang="en-US" sz="1400" u="none" cap="none" strike="noStrike">
                <a:solidFill>
                  <a:schemeClr val="dk1"/>
                </a:solidFill>
                <a:latin typeface="Lato"/>
                <a:ea typeface="Lato"/>
                <a:cs typeface="Lato"/>
                <a:sym typeface="Lato"/>
              </a:rPr>
              <a:t>- By Jemish Mangukiya </a:t>
            </a:r>
            <a:endParaRPr b="0" i="0" sz="1400" u="none" cap="none" strike="noStrike">
              <a:solidFill>
                <a:srgbClr val="FFFFFF"/>
              </a:solidFill>
              <a:latin typeface="Arial"/>
              <a:ea typeface="Arial"/>
              <a:cs typeface="Arial"/>
              <a:sym typeface="Arial"/>
            </a:endParaRPr>
          </a:p>
          <a:p>
            <a:pPr indent="457200" lvl="0" marL="457200" marR="0" rtl="0" algn="l">
              <a:lnSpc>
                <a:spcPct val="100000"/>
              </a:lnSpc>
              <a:spcBef>
                <a:spcPts val="1001"/>
              </a:spcBef>
              <a:spcAft>
                <a:spcPts val="0"/>
              </a:spcAft>
              <a:buNone/>
            </a:pPr>
            <a:r>
              <a:rPr b="0" i="1" lang="en-US" sz="1400" u="none" cap="none" strike="noStrike">
                <a:solidFill>
                  <a:schemeClr val="dk1"/>
                </a:solidFill>
                <a:latin typeface="Lato"/>
                <a:ea typeface="Lato"/>
                <a:cs typeface="Lato"/>
                <a:sym typeface="Lato"/>
              </a:rPr>
              <a:t>  </a:t>
            </a:r>
            <a:r>
              <a:rPr i="1" lang="en-US">
                <a:solidFill>
                  <a:schemeClr val="dk1"/>
                </a:solidFill>
                <a:latin typeface="Lato"/>
                <a:ea typeface="Lato"/>
                <a:cs typeface="Lato"/>
                <a:sym typeface="Lato"/>
              </a:rPr>
              <a:t>21</a:t>
            </a:r>
            <a:r>
              <a:rPr baseline="30000" i="1" lang="en-US">
                <a:solidFill>
                  <a:schemeClr val="dk1"/>
                </a:solidFill>
                <a:latin typeface="Lato"/>
                <a:ea typeface="Lato"/>
                <a:cs typeface="Lato"/>
                <a:sym typeface="Lato"/>
              </a:rPr>
              <a:t>st</a:t>
            </a:r>
            <a:r>
              <a:rPr b="0" i="1" lang="en-US" sz="1400" u="none" cap="none" strike="noStrike">
                <a:solidFill>
                  <a:schemeClr val="dk1"/>
                </a:solidFill>
                <a:latin typeface="Lato"/>
                <a:ea typeface="Lato"/>
                <a:cs typeface="Lato"/>
                <a:sym typeface="Lato"/>
              </a:rPr>
              <a:t> May, 2026</a:t>
            </a:r>
            <a:endParaRPr b="0" i="0" sz="1400" u="none" cap="none" strike="noStrike">
              <a:solidFill>
                <a:srgbClr val="FFFFFF"/>
              </a:solidFill>
              <a:latin typeface="Arial"/>
              <a:ea typeface="Arial"/>
              <a:cs typeface="Arial"/>
              <a:sym typeface="Arial"/>
            </a:endParaRPr>
          </a:p>
        </p:txBody>
      </p:sp>
      <p:pic>
        <p:nvPicPr>
          <p:cNvPr descr="IT Support Helpdesk Image." id="29" name="Google Shape;29;p3"/>
          <p:cNvPicPr preferRelativeResize="0"/>
          <p:nvPr/>
        </p:nvPicPr>
        <p:blipFill rotWithShape="1">
          <a:blip r:embed="rId3">
            <a:alphaModFix/>
          </a:blip>
          <a:srcRect b="7271" l="9689" r="-9689" t="22677"/>
          <a:stretch/>
        </p:blipFill>
        <p:spPr>
          <a:xfrm>
            <a:off x="3876120" y="749520"/>
            <a:ext cx="4333320" cy="3035160"/>
          </a:xfrm>
          <a:prstGeom prst="rect">
            <a:avLst/>
          </a:prstGeom>
          <a:noFill/>
          <a:ln>
            <a:noFill/>
          </a:ln>
          <a:effectLst>
            <a:reflection blurRad="0" dir="0" dist="0" endA="0" endPos="30000" fadeDir="5400012" kx="0" rotWithShape="0" algn="bl" stA="15000" stPos="0" sy="-100000" ky="0"/>
          </a:effectLst>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 name="Shape 33"/>
        <p:cNvGrpSpPr/>
        <p:nvPr/>
      </p:nvGrpSpPr>
      <p:grpSpPr>
        <a:xfrm>
          <a:off x="0" y="0"/>
          <a:ext cx="0" cy="0"/>
          <a:chOff x="0" y="0"/>
          <a:chExt cx="0" cy="0"/>
        </a:xfrm>
      </p:grpSpPr>
      <p:sp>
        <p:nvSpPr>
          <p:cNvPr id="34" name="Google Shape;34;p4"/>
          <p:cNvSpPr/>
          <p:nvPr/>
        </p:nvSpPr>
        <p:spPr>
          <a:xfrm>
            <a:off x="526680" y="677160"/>
            <a:ext cx="5023440" cy="453960"/>
          </a:xfrm>
          <a:prstGeom prst="rect">
            <a:avLst/>
          </a:prstGeom>
          <a:noFill/>
          <a:ln>
            <a:noFill/>
          </a:ln>
        </p:spPr>
        <p:txBody>
          <a:bodyPr anchorCtr="0" anchor="b" bIns="45700" lIns="91425" spcFirstLastPara="1" rIns="91425" wrap="square" tIns="45700">
            <a:noAutofit/>
          </a:bodyPr>
          <a:lstStyle/>
          <a:p>
            <a:pPr indent="0" lvl="0" marL="0" marR="0" rtl="0" algn="l">
              <a:lnSpc>
                <a:spcPct val="100000"/>
              </a:lnSpc>
              <a:spcBef>
                <a:spcPts val="0"/>
              </a:spcBef>
              <a:spcAft>
                <a:spcPts val="0"/>
              </a:spcAft>
              <a:buNone/>
            </a:pPr>
            <a:r>
              <a:rPr b="1" i="0" lang="en-US" sz="2300" u="none" cap="none" strike="noStrike">
                <a:solidFill>
                  <a:srgbClr val="F2F2F2"/>
                </a:solidFill>
                <a:latin typeface="Times New Roman"/>
                <a:ea typeface="Times New Roman"/>
                <a:cs typeface="Times New Roman"/>
                <a:sym typeface="Times New Roman"/>
              </a:rPr>
              <a:t>What is IT Tickets? </a:t>
            </a:r>
            <a:endParaRPr b="0" i="0" sz="2300" u="none" cap="none" strike="noStrike">
              <a:solidFill>
                <a:srgbClr val="FFFFFF"/>
              </a:solidFill>
              <a:latin typeface="Arial"/>
              <a:ea typeface="Arial"/>
              <a:cs typeface="Arial"/>
              <a:sym typeface="Arial"/>
            </a:endParaRPr>
          </a:p>
        </p:txBody>
      </p:sp>
      <p:sp>
        <p:nvSpPr>
          <p:cNvPr id="35" name="Google Shape;35;p4"/>
          <p:cNvSpPr/>
          <p:nvPr/>
        </p:nvSpPr>
        <p:spPr>
          <a:xfrm>
            <a:off x="529200" y="1280520"/>
            <a:ext cx="4571640" cy="686160"/>
          </a:xfrm>
          <a:prstGeom prst="rect">
            <a:avLst/>
          </a:prstGeom>
          <a:noFill/>
          <a:ln>
            <a:noFill/>
          </a:ln>
        </p:spPr>
        <p:txBody>
          <a:bodyPr anchorCtr="0" anchor="t" bIns="45700" lIns="91425" spcFirstLastPara="1" rIns="91425" wrap="square" tIns="45700">
            <a:noAutofit/>
          </a:bodyPr>
          <a:lstStyle/>
          <a:p>
            <a:pPr indent="0" lvl="0" marL="0" marR="0" rtl="0" algn="just">
              <a:lnSpc>
                <a:spcPct val="100000"/>
              </a:lnSpc>
              <a:spcBef>
                <a:spcPts val="0"/>
              </a:spcBef>
              <a:spcAft>
                <a:spcPts val="0"/>
              </a:spcAft>
              <a:buNone/>
            </a:pPr>
            <a:r>
              <a:rPr b="0" i="0" lang="en-US" sz="1300" u="none" cap="none" strike="noStrike">
                <a:solidFill>
                  <a:srgbClr val="F2F2F2"/>
                </a:solidFill>
                <a:latin typeface="Times New Roman"/>
                <a:ea typeface="Times New Roman"/>
                <a:cs typeface="Times New Roman"/>
                <a:sym typeface="Times New Roman"/>
              </a:rPr>
              <a:t>An IT Ticket is a record or a document which is issued by an IT support system to track the request made for issues related to technology or services.</a:t>
            </a:r>
            <a:endParaRPr b="0" i="0" sz="1300" u="none" cap="none" strike="noStrike">
              <a:solidFill>
                <a:srgbClr val="FFFFFF"/>
              </a:solidFill>
              <a:latin typeface="Arial"/>
              <a:ea typeface="Arial"/>
              <a:cs typeface="Arial"/>
              <a:sym typeface="Arial"/>
            </a:endParaRPr>
          </a:p>
        </p:txBody>
      </p:sp>
      <p:pic>
        <p:nvPicPr>
          <p:cNvPr descr="A blue and black icon with a wrench and a piece of paper&#10;&#10;AI-generated content may be incorrect." id="36" name="Google Shape;36;p4"/>
          <p:cNvPicPr preferRelativeResize="0"/>
          <p:nvPr/>
        </p:nvPicPr>
        <p:blipFill rotWithShape="1">
          <a:blip r:embed="rId3">
            <a:alphaModFix/>
          </a:blip>
          <a:srcRect b="0" l="0" r="0" t="0"/>
          <a:stretch/>
        </p:blipFill>
        <p:spPr>
          <a:xfrm>
            <a:off x="5704560" y="518760"/>
            <a:ext cx="1544760" cy="1523520"/>
          </a:xfrm>
          <a:prstGeom prst="rect">
            <a:avLst/>
          </a:prstGeom>
          <a:noFill/>
          <a:ln>
            <a:noFill/>
          </a:ln>
        </p:spPr>
      </p:pic>
      <p:sp>
        <p:nvSpPr>
          <p:cNvPr id="37" name="Google Shape;37;p4"/>
          <p:cNvSpPr/>
          <p:nvPr/>
        </p:nvSpPr>
        <p:spPr>
          <a:xfrm>
            <a:off x="526680" y="3132360"/>
            <a:ext cx="3256200" cy="453960"/>
          </a:xfrm>
          <a:prstGeom prst="rect">
            <a:avLst/>
          </a:prstGeom>
          <a:noFill/>
          <a:ln>
            <a:noFill/>
          </a:ln>
        </p:spPr>
        <p:txBody>
          <a:bodyPr anchorCtr="0" anchor="b" bIns="45700" lIns="91425" spcFirstLastPara="1" rIns="91425" wrap="square" tIns="45700">
            <a:noAutofit/>
          </a:bodyPr>
          <a:lstStyle/>
          <a:p>
            <a:pPr indent="0" lvl="0" marL="0" marR="0" rtl="0" algn="l">
              <a:lnSpc>
                <a:spcPct val="100000"/>
              </a:lnSpc>
              <a:spcBef>
                <a:spcPts val="0"/>
              </a:spcBef>
              <a:spcAft>
                <a:spcPts val="0"/>
              </a:spcAft>
              <a:buNone/>
            </a:pPr>
            <a:r>
              <a:rPr b="1" i="0" lang="en-US" sz="2300" u="none" cap="none" strike="noStrike">
                <a:solidFill>
                  <a:srgbClr val="F2F2F2"/>
                </a:solidFill>
                <a:latin typeface="Times New Roman"/>
                <a:ea typeface="Times New Roman"/>
                <a:cs typeface="Times New Roman"/>
                <a:sym typeface="Times New Roman"/>
              </a:rPr>
              <a:t>How IT Ticket Support Cycle Works ?</a:t>
            </a:r>
            <a:endParaRPr b="0" i="0" sz="2300" u="none" cap="none" strike="noStrike">
              <a:solidFill>
                <a:srgbClr val="FFFFFF"/>
              </a:solidFill>
              <a:latin typeface="Arial"/>
              <a:ea typeface="Arial"/>
              <a:cs typeface="Arial"/>
              <a:sym typeface="Arial"/>
            </a:endParaRPr>
          </a:p>
        </p:txBody>
      </p:sp>
      <p:sp>
        <p:nvSpPr>
          <p:cNvPr id="38" name="Google Shape;38;p4"/>
          <p:cNvSpPr/>
          <p:nvPr/>
        </p:nvSpPr>
        <p:spPr>
          <a:xfrm>
            <a:off x="529200" y="1280520"/>
            <a:ext cx="4571640" cy="686160"/>
          </a:xfrm>
          <a:prstGeom prst="rect">
            <a:avLst/>
          </a:prstGeom>
          <a:noFill/>
          <a:ln>
            <a:noFill/>
          </a:ln>
        </p:spPr>
        <p:txBody>
          <a:bodyPr anchorCtr="0" anchor="t" bIns="45700" lIns="91425" spcFirstLastPara="1" rIns="91425" wrap="square" tIns="45700">
            <a:noAutofit/>
          </a:bodyPr>
          <a:lstStyle/>
          <a:p>
            <a:pPr indent="0" lvl="0" marL="0" marR="0" rtl="0" algn="just">
              <a:lnSpc>
                <a:spcPct val="100000"/>
              </a:lnSpc>
              <a:spcBef>
                <a:spcPts val="0"/>
              </a:spcBef>
              <a:spcAft>
                <a:spcPts val="0"/>
              </a:spcAft>
              <a:buNone/>
            </a:pPr>
            <a:r>
              <a:rPr b="0" i="0" lang="en-US" sz="1300" u="none" cap="none" strike="noStrike">
                <a:solidFill>
                  <a:srgbClr val="F2F2F2"/>
                </a:solidFill>
                <a:latin typeface="Times New Roman"/>
                <a:ea typeface="Times New Roman"/>
                <a:cs typeface="Times New Roman"/>
                <a:sym typeface="Times New Roman"/>
              </a:rPr>
              <a:t>An IT Ticket is a record or a document which is issued by an IT support system to track the request made for issues related to technology or services.</a:t>
            </a:r>
            <a:endParaRPr b="0" i="0" sz="1300" u="none" cap="none" strike="noStrike">
              <a:solidFill>
                <a:srgbClr val="FFFFFF"/>
              </a:solidFill>
              <a:latin typeface="Arial"/>
              <a:ea typeface="Arial"/>
              <a:cs typeface="Arial"/>
              <a:sym typeface="Arial"/>
            </a:endParaRPr>
          </a:p>
        </p:txBody>
      </p:sp>
      <p:pic>
        <p:nvPicPr>
          <p:cNvPr descr="A diagram of a customer support system&#10;&#10;AI-generated content may be incorrect." id="39" name="Google Shape;39;p4"/>
          <p:cNvPicPr preferRelativeResize="0"/>
          <p:nvPr/>
        </p:nvPicPr>
        <p:blipFill rotWithShape="1">
          <a:blip r:embed="rId4">
            <a:alphaModFix/>
          </a:blip>
          <a:srcRect b="0" l="0" r="0" t="0"/>
          <a:stretch/>
        </p:blipFill>
        <p:spPr>
          <a:xfrm>
            <a:off x="3857760" y="2190600"/>
            <a:ext cx="4307040" cy="2793600"/>
          </a:xfrm>
          <a:prstGeom prst="rect">
            <a:avLst/>
          </a:prstGeom>
          <a:noFill/>
          <a:ln cap="sq" cmpd="sng" w="88900">
            <a:solidFill>
              <a:srgbClr val="FFFFFF"/>
            </a:solidFill>
            <a:prstDash val="solid"/>
            <a:miter lim="8000"/>
            <a:headEnd len="sm" w="sm" type="none"/>
            <a:tailEnd len="sm" w="sm" type="none"/>
          </a:ln>
          <a:effectLst>
            <a:outerShdw blurRad="55080" rotWithShape="0" algn="tl" dir="5400000" dist="18000">
              <a:srgbClr val="000000">
                <a:alpha val="40000"/>
              </a:srgbClr>
            </a:outerShdw>
          </a:effectLst>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 name="Shape 43"/>
        <p:cNvGrpSpPr/>
        <p:nvPr/>
      </p:nvGrpSpPr>
      <p:grpSpPr>
        <a:xfrm>
          <a:off x="0" y="0"/>
          <a:ext cx="0" cy="0"/>
          <a:chOff x="0" y="0"/>
          <a:chExt cx="0" cy="0"/>
        </a:xfrm>
      </p:grpSpPr>
      <p:pic>
        <p:nvPicPr>
          <p:cNvPr id="44" name="Google Shape;44;p5"/>
          <p:cNvPicPr preferRelativeResize="0"/>
          <p:nvPr/>
        </p:nvPicPr>
        <p:blipFill rotWithShape="1">
          <a:blip r:embed="rId3">
            <a:alphaModFix/>
          </a:blip>
          <a:srcRect b="0" l="0" r="0" t="0"/>
          <a:stretch/>
        </p:blipFill>
        <p:spPr>
          <a:xfrm>
            <a:off x="640080" y="2190240"/>
            <a:ext cx="7863120" cy="2563200"/>
          </a:xfrm>
          <a:prstGeom prst="rect">
            <a:avLst/>
          </a:prstGeom>
          <a:noFill/>
          <a:ln>
            <a:noFill/>
          </a:ln>
        </p:spPr>
      </p:pic>
      <p:sp>
        <p:nvSpPr>
          <p:cNvPr id="45" name="Google Shape;45;p5"/>
          <p:cNvSpPr/>
          <p:nvPr/>
        </p:nvSpPr>
        <p:spPr>
          <a:xfrm>
            <a:off x="644400" y="152280"/>
            <a:ext cx="7736400" cy="2301840"/>
          </a:xfrm>
          <a:prstGeom prst="rect">
            <a:avLst/>
          </a:prstGeom>
          <a:noFill/>
          <a:ln>
            <a:noFill/>
          </a:ln>
        </p:spPr>
        <p:txBody>
          <a:bodyPr anchorCtr="0" anchor="t" bIns="91425" lIns="91425" spcFirstLastPara="1" rIns="91425" wrap="square" tIns="91425">
            <a:noAutofit/>
          </a:bodyPr>
          <a:lstStyle/>
          <a:p>
            <a:pPr indent="0" lvl="0" marL="0" marR="0" rtl="0" algn="just">
              <a:lnSpc>
                <a:spcPct val="150000"/>
              </a:lnSpc>
              <a:spcBef>
                <a:spcPts val="0"/>
              </a:spcBef>
              <a:spcAft>
                <a:spcPts val="0"/>
              </a:spcAft>
              <a:buNone/>
            </a:pPr>
            <a:r>
              <a:rPr b="1" i="0" lang="en-US" sz="1800" u="none" cap="none" strike="noStrike">
                <a:solidFill>
                  <a:schemeClr val="accent6"/>
                </a:solidFill>
                <a:latin typeface="Times New Roman"/>
                <a:ea typeface="Times New Roman"/>
                <a:cs typeface="Times New Roman"/>
                <a:sym typeface="Times New Roman"/>
              </a:rPr>
              <a:t>Problem Statement</a:t>
            </a:r>
            <a:endParaRPr b="0" i="0" sz="1800" u="none" cap="none" strike="noStrike">
              <a:solidFill>
                <a:srgbClr val="FFFFFF"/>
              </a:solidFill>
              <a:latin typeface="Arial"/>
              <a:ea typeface="Arial"/>
              <a:cs typeface="Arial"/>
              <a:sym typeface="Arial"/>
            </a:endParaRPr>
          </a:p>
          <a:p>
            <a:pPr indent="0" lvl="0" marL="0" marR="0" rtl="0" algn="just">
              <a:lnSpc>
                <a:spcPct val="100000"/>
              </a:lnSpc>
              <a:spcBef>
                <a:spcPts val="0"/>
              </a:spcBef>
              <a:spcAft>
                <a:spcPts val="0"/>
              </a:spcAft>
              <a:buNone/>
            </a:pPr>
            <a:r>
              <a:rPr b="0" i="0" lang="en-US" sz="1400" u="none" cap="none" strike="noStrike">
                <a:solidFill>
                  <a:schemeClr val="accent6"/>
                </a:solidFill>
                <a:latin typeface="Times New Roman"/>
                <a:ea typeface="Times New Roman"/>
                <a:cs typeface="Times New Roman"/>
                <a:sym typeface="Times New Roman"/>
              </a:rPr>
              <a:t>The objective is to analyse the IT support ticket management system to understand the performance of IT agents, the efficiency of ticket resolution, and the satisfaction levels of employees. The analysis to identify high and low performers among IT agents, assess the overall effectiveness of the team, and pinpoint areas for improvement in the ticket resolution process. The ultimate goal is to make informed staffing decisions, including hiring, firing, and training to enhance overall service quality and team performance.</a:t>
            </a:r>
            <a:endParaRPr b="0" i="0" sz="1400" u="none" cap="none" strike="noStrike">
              <a:solidFill>
                <a:srgbClr val="FFFFFF"/>
              </a:solidFill>
              <a:latin typeface="Arial"/>
              <a:ea typeface="Arial"/>
              <a:cs typeface="Arial"/>
              <a:sym typeface="Arial"/>
            </a:endParaRPr>
          </a:p>
          <a:p>
            <a:pPr indent="0" lvl="0" marL="0" marR="0" rtl="0" algn="just">
              <a:lnSpc>
                <a:spcPct val="100000"/>
              </a:lnSpc>
              <a:spcBef>
                <a:spcPts val="0"/>
              </a:spcBef>
              <a:spcAft>
                <a:spcPts val="0"/>
              </a:spcAft>
              <a:buNone/>
            </a:pPr>
            <a:br>
              <a:rPr b="0" i="0" lang="en-US" sz="1400" u="none" cap="none" strike="noStrike">
                <a:latin typeface="Arial"/>
                <a:ea typeface="Arial"/>
                <a:cs typeface="Arial"/>
                <a:sym typeface="Arial"/>
              </a:rPr>
            </a:br>
            <a:endParaRPr b="0" i="0" sz="1400" u="none" cap="none" strike="noStrike">
              <a:solidFill>
                <a:srgbClr val="FFFFFF"/>
              </a:solidFill>
              <a:latin typeface="Arial"/>
              <a:ea typeface="Arial"/>
              <a:cs typeface="Arial"/>
              <a:sym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 name="Shape 49"/>
        <p:cNvGrpSpPr/>
        <p:nvPr/>
      </p:nvGrpSpPr>
      <p:grpSpPr>
        <a:xfrm>
          <a:off x="0" y="0"/>
          <a:ext cx="0" cy="0"/>
          <a:chOff x="0" y="0"/>
          <a:chExt cx="0" cy="0"/>
        </a:xfrm>
      </p:grpSpPr>
      <p:sp>
        <p:nvSpPr>
          <p:cNvPr id="50" name="Google Shape;50;p6"/>
          <p:cNvSpPr/>
          <p:nvPr/>
        </p:nvSpPr>
        <p:spPr>
          <a:xfrm>
            <a:off x="751680" y="129240"/>
            <a:ext cx="4062600" cy="182916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None/>
            </a:pPr>
            <a:r>
              <a:rPr b="1" i="0" lang="en-US" sz="3000" u="none" cap="none" strike="noStrike">
                <a:solidFill>
                  <a:schemeClr val="accent6"/>
                </a:solidFill>
                <a:latin typeface="Times New Roman"/>
                <a:ea typeface="Times New Roman"/>
                <a:cs typeface="Times New Roman"/>
                <a:sym typeface="Times New Roman"/>
              </a:rPr>
              <a:t>Data Highlights</a:t>
            </a:r>
            <a:endParaRPr b="0" i="0" sz="3000" u="none" cap="none"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None/>
            </a:pPr>
            <a:br>
              <a:rPr b="0" i="0" lang="en-US" sz="1400" u="none" cap="none" strike="noStrike">
                <a:latin typeface="Arial"/>
                <a:ea typeface="Arial"/>
                <a:cs typeface="Arial"/>
                <a:sym typeface="Arial"/>
              </a:rPr>
            </a:br>
            <a:r>
              <a:rPr b="1" i="0" lang="en-US" sz="1400" u="none" cap="none" strike="noStrike">
                <a:solidFill>
                  <a:schemeClr val="accent6"/>
                </a:solidFill>
                <a:latin typeface="Times New Roman"/>
                <a:ea typeface="Times New Roman"/>
                <a:cs typeface="Times New Roman"/>
                <a:sym typeface="Times New Roman"/>
              </a:rPr>
              <a:t>Tickets Data Sheet</a:t>
            </a:r>
            <a:endParaRPr b="0" i="0" sz="1400" u="none" cap="none"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None/>
            </a:pPr>
            <a:r>
              <a:t/>
            </a:r>
            <a:endParaRPr b="0" i="0" sz="1400" u="none" cap="none" strike="noStrike">
              <a:solidFill>
                <a:srgbClr val="FFFFFF"/>
              </a:solidFill>
              <a:latin typeface="Arial"/>
              <a:ea typeface="Arial"/>
              <a:cs typeface="Arial"/>
              <a:sym typeface="Arial"/>
            </a:endParaRPr>
          </a:p>
          <a:p>
            <a:pPr indent="-228600" lvl="0" marL="228600" marR="0" rtl="0" algn="l">
              <a:lnSpc>
                <a:spcPct val="100000"/>
              </a:lnSpc>
              <a:spcBef>
                <a:spcPts val="0"/>
              </a:spcBef>
              <a:spcAft>
                <a:spcPts val="0"/>
              </a:spcAft>
              <a:buClr>
                <a:srgbClr val="000000"/>
              </a:buClr>
              <a:buSzPts val="1400"/>
              <a:buFont typeface="Arial"/>
              <a:buChar char="•"/>
            </a:pPr>
            <a:r>
              <a:rPr b="1" i="0" lang="en-US" sz="1400" u="none" cap="none" strike="noStrike">
                <a:solidFill>
                  <a:schemeClr val="accent6"/>
                </a:solidFill>
                <a:latin typeface="Times New Roman"/>
                <a:ea typeface="Times New Roman"/>
                <a:cs typeface="Times New Roman"/>
                <a:sym typeface="Times New Roman"/>
              </a:rPr>
              <a:t>Total Tickets: 97498</a:t>
            </a:r>
            <a:endParaRPr b="0" i="0" sz="1400" u="none" cap="none" strike="noStrike">
              <a:solidFill>
                <a:srgbClr val="FFFFFF"/>
              </a:solidFill>
              <a:latin typeface="Arial"/>
              <a:ea typeface="Arial"/>
              <a:cs typeface="Arial"/>
              <a:sym typeface="Arial"/>
            </a:endParaRPr>
          </a:p>
          <a:p>
            <a:pPr indent="-228600" lvl="0" marL="228600" marR="0" rtl="0" algn="l">
              <a:lnSpc>
                <a:spcPct val="100000"/>
              </a:lnSpc>
              <a:spcBef>
                <a:spcPts val="0"/>
              </a:spcBef>
              <a:spcAft>
                <a:spcPts val="0"/>
              </a:spcAft>
              <a:buClr>
                <a:srgbClr val="000000"/>
              </a:buClr>
              <a:buSzPts val="1400"/>
              <a:buFont typeface="Arial"/>
              <a:buChar char="•"/>
            </a:pPr>
            <a:r>
              <a:rPr b="1" i="0" lang="en-US" sz="1400" u="none" cap="none" strike="noStrike">
                <a:solidFill>
                  <a:schemeClr val="accent6"/>
                </a:solidFill>
                <a:latin typeface="Times New Roman"/>
                <a:ea typeface="Times New Roman"/>
                <a:cs typeface="Times New Roman"/>
                <a:sym typeface="Times New Roman"/>
              </a:rPr>
              <a:t>No. of Attributes: 10</a:t>
            </a:r>
            <a:endParaRPr b="0" i="0" sz="1400" u="none" cap="none" strike="noStrike">
              <a:solidFill>
                <a:srgbClr val="FFFFFF"/>
              </a:solidFill>
              <a:latin typeface="Arial"/>
              <a:ea typeface="Arial"/>
              <a:cs typeface="Arial"/>
              <a:sym typeface="Arial"/>
            </a:endParaRPr>
          </a:p>
          <a:p>
            <a:pPr indent="0" lvl="0" marL="0" marR="0" rtl="0" algn="ctr">
              <a:lnSpc>
                <a:spcPct val="100000"/>
              </a:lnSpc>
              <a:spcBef>
                <a:spcPts val="0"/>
              </a:spcBef>
              <a:spcAft>
                <a:spcPts val="0"/>
              </a:spcAft>
              <a:buNone/>
            </a:pPr>
            <a:r>
              <a:t/>
            </a:r>
            <a:endParaRPr b="0" i="0" sz="1400" u="none" cap="none" strike="noStrike">
              <a:solidFill>
                <a:srgbClr val="FFFFFF"/>
              </a:solidFill>
              <a:latin typeface="Arial"/>
              <a:ea typeface="Arial"/>
              <a:cs typeface="Arial"/>
              <a:sym typeface="Arial"/>
            </a:endParaRPr>
          </a:p>
        </p:txBody>
      </p:sp>
      <p:pic>
        <p:nvPicPr>
          <p:cNvPr descr="A screenshot of a data&#10;&#10;AI-generated content may be incorrect." id="51" name="Google Shape;51;p6"/>
          <p:cNvPicPr preferRelativeResize="0"/>
          <p:nvPr/>
        </p:nvPicPr>
        <p:blipFill rotWithShape="1">
          <a:blip r:embed="rId3">
            <a:alphaModFix/>
          </a:blip>
          <a:srcRect b="0" l="0" r="0" t="0"/>
          <a:stretch/>
        </p:blipFill>
        <p:spPr>
          <a:xfrm>
            <a:off x="4813200" y="1966680"/>
            <a:ext cx="4175640" cy="2619000"/>
          </a:xfrm>
          <a:prstGeom prst="rect">
            <a:avLst/>
          </a:prstGeom>
          <a:noFill/>
          <a:ln>
            <a:noFill/>
          </a:ln>
        </p:spPr>
      </p:pic>
      <p:sp>
        <p:nvSpPr>
          <p:cNvPr id="52" name="Google Shape;52;p6"/>
          <p:cNvSpPr/>
          <p:nvPr/>
        </p:nvSpPr>
        <p:spPr>
          <a:xfrm>
            <a:off x="5261040" y="129240"/>
            <a:ext cx="4062600" cy="158544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None/>
            </a:pPr>
            <a:r>
              <a:t/>
            </a:r>
            <a:endParaRPr b="0" i="0" sz="1400" u="none" cap="none"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None/>
            </a:pPr>
            <a:br>
              <a:rPr b="0" i="0" lang="en-US" sz="1400" u="none" cap="none" strike="noStrike">
                <a:latin typeface="Arial"/>
                <a:ea typeface="Arial"/>
                <a:cs typeface="Arial"/>
                <a:sym typeface="Arial"/>
              </a:rPr>
            </a:br>
            <a:r>
              <a:rPr b="1" i="0" lang="en-US" sz="1400" u="none" cap="none" strike="noStrike">
                <a:solidFill>
                  <a:schemeClr val="accent6"/>
                </a:solidFill>
                <a:latin typeface="Times New Roman"/>
                <a:ea typeface="Times New Roman"/>
                <a:cs typeface="Times New Roman"/>
                <a:sym typeface="Times New Roman"/>
              </a:rPr>
              <a:t>IT Agents Data Sheet</a:t>
            </a:r>
            <a:endParaRPr b="0" i="0" sz="1400" u="none" cap="none"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None/>
            </a:pPr>
            <a:r>
              <a:t/>
            </a:r>
            <a:endParaRPr b="0" i="0" sz="1400" u="none" cap="none" strike="noStrike">
              <a:solidFill>
                <a:srgbClr val="FFFFFF"/>
              </a:solidFill>
              <a:latin typeface="Arial"/>
              <a:ea typeface="Arial"/>
              <a:cs typeface="Arial"/>
              <a:sym typeface="Arial"/>
            </a:endParaRPr>
          </a:p>
          <a:p>
            <a:pPr indent="-228600" lvl="0" marL="228600" marR="0" rtl="0" algn="l">
              <a:lnSpc>
                <a:spcPct val="100000"/>
              </a:lnSpc>
              <a:spcBef>
                <a:spcPts val="0"/>
              </a:spcBef>
              <a:spcAft>
                <a:spcPts val="0"/>
              </a:spcAft>
              <a:buClr>
                <a:srgbClr val="000000"/>
              </a:buClr>
              <a:buSzPts val="1400"/>
              <a:buFont typeface="Arial"/>
              <a:buChar char="•"/>
            </a:pPr>
            <a:r>
              <a:rPr b="1" i="0" lang="en-US" sz="1400" u="none" cap="none" strike="noStrike">
                <a:solidFill>
                  <a:schemeClr val="accent6"/>
                </a:solidFill>
                <a:latin typeface="Times New Roman"/>
                <a:ea typeface="Times New Roman"/>
                <a:cs typeface="Times New Roman"/>
                <a:sym typeface="Times New Roman"/>
              </a:rPr>
              <a:t>Total Agents: 50</a:t>
            </a:r>
            <a:endParaRPr b="0" i="0" sz="1400" u="none" cap="none" strike="noStrike">
              <a:solidFill>
                <a:srgbClr val="FFFFFF"/>
              </a:solidFill>
              <a:latin typeface="Arial"/>
              <a:ea typeface="Arial"/>
              <a:cs typeface="Arial"/>
              <a:sym typeface="Arial"/>
            </a:endParaRPr>
          </a:p>
          <a:p>
            <a:pPr indent="-228600" lvl="0" marL="228600" marR="0" rtl="0" algn="l">
              <a:lnSpc>
                <a:spcPct val="100000"/>
              </a:lnSpc>
              <a:spcBef>
                <a:spcPts val="0"/>
              </a:spcBef>
              <a:spcAft>
                <a:spcPts val="0"/>
              </a:spcAft>
              <a:buClr>
                <a:srgbClr val="000000"/>
              </a:buClr>
              <a:buSzPts val="1400"/>
              <a:buFont typeface="Arial"/>
              <a:buChar char="•"/>
            </a:pPr>
            <a:r>
              <a:rPr b="1" i="0" lang="en-US" sz="1400" u="none" cap="none" strike="noStrike">
                <a:solidFill>
                  <a:schemeClr val="accent6"/>
                </a:solidFill>
                <a:latin typeface="Times New Roman"/>
                <a:ea typeface="Times New Roman"/>
                <a:cs typeface="Times New Roman"/>
                <a:sym typeface="Times New Roman"/>
              </a:rPr>
              <a:t>No. of Attributes: 6</a:t>
            </a:r>
            <a:endParaRPr b="0" i="0" sz="1400" u="none" cap="none" strike="noStrike">
              <a:solidFill>
                <a:srgbClr val="FFFFFF"/>
              </a:solidFill>
              <a:latin typeface="Arial"/>
              <a:ea typeface="Arial"/>
              <a:cs typeface="Arial"/>
              <a:sym typeface="Arial"/>
            </a:endParaRPr>
          </a:p>
        </p:txBody>
      </p:sp>
      <p:pic>
        <p:nvPicPr>
          <p:cNvPr id="53" name="Google Shape;53;p6"/>
          <p:cNvPicPr preferRelativeResize="0"/>
          <p:nvPr/>
        </p:nvPicPr>
        <p:blipFill>
          <a:blip r:embed="rId4">
            <a:alphaModFix/>
          </a:blip>
          <a:stretch>
            <a:fillRect/>
          </a:stretch>
        </p:blipFill>
        <p:spPr>
          <a:xfrm>
            <a:off x="71475" y="1966675"/>
            <a:ext cx="4687901" cy="2619000"/>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1"/>
                                        </p:tgtEl>
                                        <p:attrNameLst>
                                          <p:attrName>style.visibility</p:attrName>
                                        </p:attrNameLst>
                                      </p:cBhvr>
                                      <p:to>
                                        <p:strVal val="visible"/>
                                      </p:to>
                                    </p:set>
                                  </p:childTnLst>
                                </p:cTn>
                              </p:par>
                              <p:par>
                                <p:cTn fill="hold" nodeType="withEffect" presetClass="entr" presetID="2" presetSubtype="1">
                                  <p:stCondLst>
                                    <p:cond delay="0"/>
                                  </p:stCondLst>
                                  <p:childTnLst>
                                    <p:set>
                                      <p:cBhvr>
                                        <p:cTn dur="1" fill="hold">
                                          <p:stCondLst>
                                            <p:cond delay="0"/>
                                          </p:stCondLst>
                                        </p:cTn>
                                        <p:tgtEl>
                                          <p:spTgt spid="52"/>
                                        </p:tgtEl>
                                        <p:attrNameLst>
                                          <p:attrName>style.visibility</p:attrName>
                                        </p:attrNameLst>
                                      </p:cBhvr>
                                      <p:to>
                                        <p:strVal val="visible"/>
                                      </p:to>
                                    </p:set>
                                    <p:anim calcmode="lin" valueType="num">
                                      <p:cBhvr additive="base">
                                        <p:cTn dur="1000"/>
                                        <p:tgtEl>
                                          <p:spTgt spid="52"/>
                                        </p:tgtEl>
                                        <p:attrNameLst>
                                          <p:attrName>ppt_y</p:attrName>
                                        </p:attrNameLst>
                                      </p:cBhvr>
                                      <p:tavLst>
                                        <p:tav fmla="" tm="0">
                                          <p:val>
                                            <p:strVal val="#ppt_y-1"/>
                                          </p:val>
                                        </p:tav>
                                        <p:tav fmla="" tm="100000">
                                          <p:val>
                                            <p:strVal val="#ppt_y"/>
                                          </p:val>
                                        </p:tav>
                                      </p:tavLst>
                                    </p:anim>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 name="Shape 57"/>
        <p:cNvGrpSpPr/>
        <p:nvPr/>
      </p:nvGrpSpPr>
      <p:grpSpPr>
        <a:xfrm>
          <a:off x="0" y="0"/>
          <a:ext cx="0" cy="0"/>
          <a:chOff x="0" y="0"/>
          <a:chExt cx="0" cy="0"/>
        </a:xfrm>
      </p:grpSpPr>
      <p:sp>
        <p:nvSpPr>
          <p:cNvPr id="58" name="Google Shape;58;p7"/>
          <p:cNvSpPr/>
          <p:nvPr/>
        </p:nvSpPr>
        <p:spPr>
          <a:xfrm>
            <a:off x="338400" y="533520"/>
            <a:ext cx="8466480" cy="39996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59" name="Google Shape;59;p7"/>
          <p:cNvSpPr/>
          <p:nvPr/>
        </p:nvSpPr>
        <p:spPr>
          <a:xfrm>
            <a:off x="338760" y="380880"/>
            <a:ext cx="4571640" cy="54828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None/>
            </a:pPr>
            <a:r>
              <a:rPr b="1" i="0" lang="en-US" sz="3000" u="none" cap="none" strike="noStrike">
                <a:solidFill>
                  <a:srgbClr val="FFFFFF"/>
                </a:solidFill>
                <a:latin typeface="Times New Roman"/>
                <a:ea typeface="Times New Roman"/>
                <a:cs typeface="Times New Roman"/>
                <a:sym typeface="Times New Roman"/>
              </a:rPr>
              <a:t>Data Cleaning</a:t>
            </a:r>
            <a:endParaRPr b="0" i="0" sz="3000" u="none" cap="none" strike="noStrike">
              <a:solidFill>
                <a:srgbClr val="FFFFFF"/>
              </a:solidFill>
              <a:latin typeface="Arial"/>
              <a:ea typeface="Arial"/>
              <a:cs typeface="Arial"/>
              <a:sym typeface="Arial"/>
            </a:endParaRPr>
          </a:p>
        </p:txBody>
      </p:sp>
      <p:graphicFrame>
        <p:nvGraphicFramePr>
          <p:cNvPr id="60" name="Google Shape;60;p7"/>
          <p:cNvGraphicFramePr/>
          <p:nvPr/>
        </p:nvGraphicFramePr>
        <p:xfrm>
          <a:off x="467640" y="1289880"/>
          <a:ext cx="3000000" cy="3000000"/>
        </p:xfrm>
        <a:graphic>
          <a:graphicData uri="http://schemas.openxmlformats.org/drawingml/2006/table">
            <a:tbl>
              <a:tblPr>
                <a:noFill/>
                <a:tableStyleId>{99F76716-FB14-4D46-B4E7-272E180D2EF3}</a:tableStyleId>
              </a:tblPr>
              <a:tblGrid>
                <a:gridCol w="2264750"/>
                <a:gridCol w="4210200"/>
              </a:tblGrid>
              <a:tr h="370800">
                <a:tc>
                  <a:txBody>
                    <a:bodyPr/>
                    <a:lstStyle/>
                    <a:p>
                      <a:pPr indent="0" lvl="0" marL="0" marR="0" rtl="0" algn="l">
                        <a:lnSpc>
                          <a:spcPct val="100000"/>
                        </a:lnSpc>
                        <a:spcBef>
                          <a:spcPts val="0"/>
                        </a:spcBef>
                        <a:spcAft>
                          <a:spcPts val="0"/>
                        </a:spcAft>
                        <a:buNone/>
                      </a:pPr>
                      <a:r>
                        <a:rPr b="1" lang="en-US" sz="1400" u="none" cap="none" strike="noStrike">
                          <a:solidFill>
                            <a:schemeClr val="dk2"/>
                          </a:solidFill>
                          <a:latin typeface="Arial"/>
                          <a:ea typeface="Arial"/>
                          <a:cs typeface="Arial"/>
                          <a:sym typeface="Arial"/>
                        </a:rPr>
                        <a:t>Missing Values</a:t>
                      </a:r>
                      <a:endParaRPr b="0" sz="1400" u="none" cap="none" strike="noStrike">
                        <a:solidFill>
                          <a:srgbClr val="000000"/>
                        </a:solidFill>
                        <a:latin typeface="Arial"/>
                        <a:ea typeface="Arial"/>
                        <a:cs typeface="Arial"/>
                        <a:sym typeface="Arial"/>
                      </a:endParaRPr>
                    </a:p>
                  </a:txBody>
                  <a:tcPr marT="45725" marB="45725" marR="137150" marL="137150" anchor="ctr">
                    <a:lnL cap="flat" cmpd="sng" w="12225">
                      <a:solidFill>
                        <a:srgbClr val="C00000"/>
                      </a:solidFill>
                      <a:prstDash val="solid"/>
                      <a:round/>
                      <a:headEnd len="sm" w="sm" type="none"/>
                      <a:tailEnd len="sm" w="sm" type="none"/>
                    </a:lnL>
                    <a:lnR cap="flat" cmpd="sng" w="12225">
                      <a:solidFill>
                        <a:srgbClr val="C00000"/>
                      </a:solidFill>
                      <a:prstDash val="solid"/>
                      <a:round/>
                      <a:headEnd len="sm" w="sm" type="none"/>
                      <a:tailEnd len="sm" w="sm" type="none"/>
                    </a:lnR>
                    <a:lnT cap="flat" cmpd="sng" w="12225">
                      <a:solidFill>
                        <a:srgbClr val="C00000"/>
                      </a:solidFill>
                      <a:prstDash val="solid"/>
                      <a:round/>
                      <a:headEnd len="sm" w="sm" type="none"/>
                      <a:tailEnd len="sm" w="sm" type="none"/>
                    </a:lnT>
                    <a:lnB cap="flat" cmpd="sng" w="12225">
                      <a:solidFill>
                        <a:srgbClr val="C00000"/>
                      </a:solidFill>
                      <a:prstDash val="solid"/>
                      <a:round/>
                      <a:headEnd len="sm" w="sm" type="none"/>
                      <a:tailEnd len="sm" w="sm" type="none"/>
                    </a:lnB>
                    <a:solidFill>
                      <a:schemeClr val="accent6"/>
                    </a:solidFill>
                  </a:tcPr>
                </a:tc>
                <a:tc>
                  <a:txBody>
                    <a:bodyPr/>
                    <a:lstStyle/>
                    <a:p>
                      <a:pPr indent="0" lvl="0" marL="0" marR="0" rtl="0" algn="l">
                        <a:lnSpc>
                          <a:spcPct val="100000"/>
                        </a:lnSpc>
                        <a:spcBef>
                          <a:spcPts val="0"/>
                        </a:spcBef>
                        <a:spcAft>
                          <a:spcPts val="0"/>
                        </a:spcAft>
                        <a:buNone/>
                      </a:pPr>
                      <a:r>
                        <a:rPr b="0" lang="en-US" sz="1200" u="none" cap="none" strike="noStrike">
                          <a:solidFill>
                            <a:schemeClr val="dk2"/>
                          </a:solidFill>
                          <a:latin typeface="Arial"/>
                          <a:ea typeface="Arial"/>
                          <a:cs typeface="Arial"/>
                          <a:sym typeface="Arial"/>
                        </a:rPr>
                        <a:t>Agent Name – Filled using VLOOKUP using IT Agents Sheet.</a:t>
                      </a:r>
                      <a:endParaRPr b="0" sz="1200" u="none" cap="none" strike="noStrike">
                        <a:solidFill>
                          <a:srgbClr val="000000"/>
                        </a:solidFill>
                        <a:latin typeface="Arial"/>
                        <a:ea typeface="Arial"/>
                        <a:cs typeface="Arial"/>
                        <a:sym typeface="Arial"/>
                      </a:endParaRPr>
                    </a:p>
                  </a:txBody>
                  <a:tcPr marT="45725" marB="45725" marR="137150" marL="137150" anchor="ctr">
                    <a:lnL cap="flat" cmpd="sng" w="12225">
                      <a:solidFill>
                        <a:srgbClr val="C00000"/>
                      </a:solidFill>
                      <a:prstDash val="solid"/>
                      <a:round/>
                      <a:headEnd len="sm" w="sm" type="none"/>
                      <a:tailEnd len="sm" w="sm" type="none"/>
                    </a:lnL>
                    <a:lnR cap="flat" cmpd="sng" w="12225">
                      <a:solidFill>
                        <a:srgbClr val="C00000"/>
                      </a:solidFill>
                      <a:prstDash val="solid"/>
                      <a:round/>
                      <a:headEnd len="sm" w="sm" type="none"/>
                      <a:tailEnd len="sm" w="sm" type="none"/>
                    </a:lnR>
                    <a:lnT cap="flat" cmpd="sng" w="12225">
                      <a:solidFill>
                        <a:srgbClr val="C00000"/>
                      </a:solidFill>
                      <a:prstDash val="solid"/>
                      <a:round/>
                      <a:headEnd len="sm" w="sm" type="none"/>
                      <a:tailEnd len="sm" w="sm" type="none"/>
                    </a:lnT>
                    <a:lnB cap="flat" cmpd="sng" w="12225">
                      <a:solidFill>
                        <a:srgbClr val="C00000"/>
                      </a:solidFill>
                      <a:prstDash val="solid"/>
                      <a:round/>
                      <a:headEnd len="sm" w="sm" type="none"/>
                      <a:tailEnd len="sm" w="sm" type="none"/>
                    </a:lnB>
                    <a:solidFill>
                      <a:schemeClr val="accent6"/>
                    </a:solidFill>
                  </a:tcPr>
                </a:tc>
              </a:tr>
              <a:tr h="370800">
                <a:tc>
                  <a:txBody>
                    <a:bodyPr/>
                    <a:lstStyle/>
                    <a:p>
                      <a:pPr indent="0" lvl="0" marL="0" marR="0" rtl="0" algn="l">
                        <a:lnSpc>
                          <a:spcPct val="100000"/>
                        </a:lnSpc>
                        <a:spcBef>
                          <a:spcPts val="0"/>
                        </a:spcBef>
                        <a:spcAft>
                          <a:spcPts val="0"/>
                        </a:spcAft>
                        <a:buNone/>
                      </a:pPr>
                      <a:r>
                        <a:rPr b="1" lang="en-US" sz="1400" u="none" cap="none" strike="noStrike">
                          <a:solidFill>
                            <a:schemeClr val="dk2"/>
                          </a:solidFill>
                          <a:latin typeface="Arial"/>
                          <a:ea typeface="Arial"/>
                          <a:cs typeface="Arial"/>
                          <a:sym typeface="Arial"/>
                        </a:rPr>
                        <a:t>Duplicate Records</a:t>
                      </a:r>
                      <a:endParaRPr b="0" sz="1400" u="none" cap="none" strike="noStrike">
                        <a:solidFill>
                          <a:srgbClr val="000000"/>
                        </a:solidFill>
                        <a:latin typeface="Arial"/>
                        <a:ea typeface="Arial"/>
                        <a:cs typeface="Arial"/>
                        <a:sym typeface="Arial"/>
                      </a:endParaRPr>
                    </a:p>
                  </a:txBody>
                  <a:tcPr marT="45725" marB="45725" marR="137150" marL="137150" anchor="ctr">
                    <a:lnL cap="flat" cmpd="sng" w="12225">
                      <a:solidFill>
                        <a:srgbClr val="C00000"/>
                      </a:solidFill>
                      <a:prstDash val="solid"/>
                      <a:round/>
                      <a:headEnd len="sm" w="sm" type="none"/>
                      <a:tailEnd len="sm" w="sm" type="none"/>
                    </a:lnL>
                    <a:lnR cap="flat" cmpd="sng" w="12225">
                      <a:solidFill>
                        <a:srgbClr val="C00000"/>
                      </a:solidFill>
                      <a:prstDash val="solid"/>
                      <a:round/>
                      <a:headEnd len="sm" w="sm" type="none"/>
                      <a:tailEnd len="sm" w="sm" type="none"/>
                    </a:lnR>
                    <a:lnT cap="flat" cmpd="sng" w="12225">
                      <a:solidFill>
                        <a:srgbClr val="C00000"/>
                      </a:solidFill>
                      <a:prstDash val="solid"/>
                      <a:round/>
                      <a:headEnd len="sm" w="sm" type="none"/>
                      <a:tailEnd len="sm" w="sm" type="none"/>
                    </a:lnT>
                    <a:lnB cap="flat" cmpd="sng" w="12225">
                      <a:solidFill>
                        <a:srgbClr val="C00000"/>
                      </a:solidFill>
                      <a:prstDash val="solid"/>
                      <a:round/>
                      <a:headEnd len="sm" w="sm" type="none"/>
                      <a:tailEnd len="sm" w="sm" type="none"/>
                    </a:lnB>
                    <a:solidFill>
                      <a:schemeClr val="accent6"/>
                    </a:solidFill>
                  </a:tcPr>
                </a:tc>
                <a:tc>
                  <a:txBody>
                    <a:bodyPr/>
                    <a:lstStyle/>
                    <a:p>
                      <a:pPr indent="0" lvl="0" marL="0" marR="0" rtl="0" algn="l">
                        <a:lnSpc>
                          <a:spcPct val="100000"/>
                        </a:lnSpc>
                        <a:spcBef>
                          <a:spcPts val="0"/>
                        </a:spcBef>
                        <a:spcAft>
                          <a:spcPts val="0"/>
                        </a:spcAft>
                        <a:buNone/>
                      </a:pPr>
                      <a:r>
                        <a:rPr b="0" lang="en-US" sz="1200" u="none" cap="none" strike="noStrike">
                          <a:solidFill>
                            <a:schemeClr val="dk2"/>
                          </a:solidFill>
                          <a:latin typeface="Arial"/>
                          <a:ea typeface="Arial"/>
                          <a:cs typeface="Arial"/>
                          <a:sym typeface="Arial"/>
                        </a:rPr>
                        <a:t>All records are unique.</a:t>
                      </a:r>
                      <a:endParaRPr b="0" sz="1200" u="none" cap="none" strike="noStrike">
                        <a:solidFill>
                          <a:srgbClr val="000000"/>
                        </a:solidFill>
                        <a:latin typeface="Arial"/>
                        <a:ea typeface="Arial"/>
                        <a:cs typeface="Arial"/>
                        <a:sym typeface="Arial"/>
                      </a:endParaRPr>
                    </a:p>
                  </a:txBody>
                  <a:tcPr marT="45725" marB="45725" marR="137150" marL="137150" anchor="ctr">
                    <a:lnL cap="flat" cmpd="sng" w="12225">
                      <a:solidFill>
                        <a:srgbClr val="C00000"/>
                      </a:solidFill>
                      <a:prstDash val="solid"/>
                      <a:round/>
                      <a:headEnd len="sm" w="sm" type="none"/>
                      <a:tailEnd len="sm" w="sm" type="none"/>
                    </a:lnL>
                    <a:lnR cap="flat" cmpd="sng" w="12225">
                      <a:solidFill>
                        <a:srgbClr val="C00000"/>
                      </a:solidFill>
                      <a:prstDash val="solid"/>
                      <a:round/>
                      <a:headEnd len="sm" w="sm" type="none"/>
                      <a:tailEnd len="sm" w="sm" type="none"/>
                    </a:lnR>
                    <a:lnT cap="flat" cmpd="sng" w="12225">
                      <a:solidFill>
                        <a:srgbClr val="C00000"/>
                      </a:solidFill>
                      <a:prstDash val="solid"/>
                      <a:round/>
                      <a:headEnd len="sm" w="sm" type="none"/>
                      <a:tailEnd len="sm" w="sm" type="none"/>
                    </a:lnT>
                    <a:lnB cap="flat" cmpd="sng" w="12225">
                      <a:solidFill>
                        <a:srgbClr val="C00000"/>
                      </a:solidFill>
                      <a:prstDash val="solid"/>
                      <a:round/>
                      <a:headEnd len="sm" w="sm" type="none"/>
                      <a:tailEnd len="sm" w="sm" type="none"/>
                    </a:lnB>
                    <a:solidFill>
                      <a:schemeClr val="accent6"/>
                    </a:solidFill>
                  </a:tcPr>
                </a:tc>
              </a:tr>
              <a:tr h="370800">
                <a:tc>
                  <a:txBody>
                    <a:bodyPr/>
                    <a:lstStyle/>
                    <a:p>
                      <a:pPr indent="0" lvl="0" marL="0" marR="0" rtl="0" algn="l">
                        <a:lnSpc>
                          <a:spcPct val="100000"/>
                        </a:lnSpc>
                        <a:spcBef>
                          <a:spcPts val="0"/>
                        </a:spcBef>
                        <a:spcAft>
                          <a:spcPts val="0"/>
                        </a:spcAft>
                        <a:buNone/>
                      </a:pPr>
                      <a:r>
                        <a:rPr b="1" lang="en-US" sz="1400" u="none" cap="none" strike="noStrike">
                          <a:solidFill>
                            <a:schemeClr val="dk2"/>
                          </a:solidFill>
                          <a:latin typeface="Arial"/>
                          <a:ea typeface="Arial"/>
                          <a:cs typeface="Arial"/>
                          <a:sym typeface="Arial"/>
                        </a:rPr>
                        <a:t>Spelling Errors</a:t>
                      </a:r>
                      <a:endParaRPr b="0" sz="1400" u="none" cap="none" strike="noStrike">
                        <a:solidFill>
                          <a:srgbClr val="000000"/>
                        </a:solidFill>
                        <a:latin typeface="Arial"/>
                        <a:ea typeface="Arial"/>
                        <a:cs typeface="Arial"/>
                        <a:sym typeface="Arial"/>
                      </a:endParaRPr>
                    </a:p>
                  </a:txBody>
                  <a:tcPr marT="45725" marB="45725" marR="137150" marL="137150" anchor="ctr">
                    <a:lnL cap="flat" cmpd="sng" w="12225">
                      <a:solidFill>
                        <a:srgbClr val="C00000"/>
                      </a:solidFill>
                      <a:prstDash val="solid"/>
                      <a:round/>
                      <a:headEnd len="sm" w="sm" type="none"/>
                      <a:tailEnd len="sm" w="sm" type="none"/>
                    </a:lnL>
                    <a:lnR cap="flat" cmpd="sng" w="12225">
                      <a:solidFill>
                        <a:srgbClr val="C00000"/>
                      </a:solidFill>
                      <a:prstDash val="solid"/>
                      <a:round/>
                      <a:headEnd len="sm" w="sm" type="none"/>
                      <a:tailEnd len="sm" w="sm" type="none"/>
                    </a:lnR>
                    <a:lnT cap="flat" cmpd="sng" w="12225">
                      <a:solidFill>
                        <a:srgbClr val="C00000"/>
                      </a:solidFill>
                      <a:prstDash val="solid"/>
                      <a:round/>
                      <a:headEnd len="sm" w="sm" type="none"/>
                      <a:tailEnd len="sm" w="sm" type="none"/>
                    </a:lnT>
                    <a:lnB cap="flat" cmpd="sng" w="12225">
                      <a:solidFill>
                        <a:srgbClr val="C00000"/>
                      </a:solidFill>
                      <a:prstDash val="solid"/>
                      <a:round/>
                      <a:headEnd len="sm" w="sm" type="none"/>
                      <a:tailEnd len="sm" w="sm" type="none"/>
                    </a:lnB>
                    <a:solidFill>
                      <a:schemeClr val="accent6"/>
                    </a:solidFill>
                  </a:tcPr>
                </a:tc>
                <a:tc>
                  <a:txBody>
                    <a:bodyPr/>
                    <a:lstStyle/>
                    <a:p>
                      <a:pPr indent="0" lvl="0" marL="0" marR="0" rtl="0" algn="l">
                        <a:lnSpc>
                          <a:spcPct val="100000"/>
                        </a:lnSpc>
                        <a:spcBef>
                          <a:spcPts val="0"/>
                        </a:spcBef>
                        <a:spcAft>
                          <a:spcPts val="0"/>
                        </a:spcAft>
                        <a:buNone/>
                      </a:pPr>
                      <a:r>
                        <a:rPr b="0" lang="en-US" sz="1200" u="none" cap="none" strike="noStrike">
                          <a:solidFill>
                            <a:schemeClr val="dk2"/>
                          </a:solidFill>
                          <a:latin typeface="Arial"/>
                          <a:ea typeface="Arial"/>
                          <a:cs typeface="Arial"/>
                          <a:sym typeface="Arial"/>
                        </a:rPr>
                        <a:t>Unassiged                                           Unassigned</a:t>
                      </a:r>
                      <a:endParaRPr b="0" sz="12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rPr b="0" lang="en-US" sz="1200" u="none" cap="none" strike="noStrike">
                          <a:solidFill>
                            <a:schemeClr val="dk2"/>
                          </a:solidFill>
                          <a:latin typeface="Arial"/>
                          <a:ea typeface="Arial"/>
                          <a:cs typeface="Arial"/>
                          <a:sym typeface="Arial"/>
                        </a:rPr>
                        <a:t>Unclasified                                           Unclassified</a:t>
                      </a:r>
                      <a:endParaRPr b="0" sz="12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rPr b="0" lang="en-US" sz="1200" u="none" cap="none" strike="noStrike">
                          <a:solidFill>
                            <a:schemeClr val="dk2"/>
                          </a:solidFill>
                          <a:latin typeface="Arial"/>
                          <a:ea typeface="Arial"/>
                          <a:cs typeface="Arial"/>
                          <a:sym typeface="Arial"/>
                        </a:rPr>
                        <a:t>Mayor                                                   Major</a:t>
                      </a:r>
                      <a:endParaRPr b="0" sz="1200" u="none" cap="none" strike="noStrike">
                        <a:solidFill>
                          <a:srgbClr val="000000"/>
                        </a:solidFill>
                        <a:latin typeface="Arial"/>
                        <a:ea typeface="Arial"/>
                        <a:cs typeface="Arial"/>
                        <a:sym typeface="Arial"/>
                      </a:endParaRPr>
                    </a:p>
                  </a:txBody>
                  <a:tcPr marT="45725" marB="45725" marR="137150" marL="137150" anchor="ctr">
                    <a:lnL cap="flat" cmpd="sng" w="12225">
                      <a:solidFill>
                        <a:srgbClr val="C00000"/>
                      </a:solidFill>
                      <a:prstDash val="solid"/>
                      <a:round/>
                      <a:headEnd len="sm" w="sm" type="none"/>
                      <a:tailEnd len="sm" w="sm" type="none"/>
                    </a:lnL>
                    <a:lnR cap="flat" cmpd="sng" w="12225">
                      <a:solidFill>
                        <a:srgbClr val="C00000"/>
                      </a:solidFill>
                      <a:prstDash val="solid"/>
                      <a:round/>
                      <a:headEnd len="sm" w="sm" type="none"/>
                      <a:tailEnd len="sm" w="sm" type="none"/>
                    </a:lnR>
                    <a:lnT cap="flat" cmpd="sng" w="12225">
                      <a:solidFill>
                        <a:srgbClr val="C00000"/>
                      </a:solidFill>
                      <a:prstDash val="solid"/>
                      <a:round/>
                      <a:headEnd len="sm" w="sm" type="none"/>
                      <a:tailEnd len="sm" w="sm" type="none"/>
                    </a:lnT>
                    <a:lnB cap="flat" cmpd="sng" w="12225">
                      <a:solidFill>
                        <a:srgbClr val="C00000"/>
                      </a:solidFill>
                      <a:prstDash val="solid"/>
                      <a:round/>
                      <a:headEnd len="sm" w="sm" type="none"/>
                      <a:tailEnd len="sm" w="sm" type="none"/>
                    </a:lnB>
                    <a:solidFill>
                      <a:schemeClr val="accent6"/>
                    </a:solidFill>
                  </a:tcPr>
                </a:tc>
              </a:tr>
              <a:tr h="370800">
                <a:tc>
                  <a:txBody>
                    <a:bodyPr/>
                    <a:lstStyle/>
                    <a:p>
                      <a:pPr indent="0" lvl="0" marL="0" marR="0" rtl="0" algn="l">
                        <a:lnSpc>
                          <a:spcPct val="100000"/>
                        </a:lnSpc>
                        <a:spcBef>
                          <a:spcPts val="0"/>
                        </a:spcBef>
                        <a:spcAft>
                          <a:spcPts val="0"/>
                        </a:spcAft>
                        <a:buNone/>
                      </a:pPr>
                      <a:r>
                        <a:rPr b="1" lang="en-US" sz="1400" u="none" cap="none" strike="noStrike">
                          <a:solidFill>
                            <a:schemeClr val="dk2"/>
                          </a:solidFill>
                          <a:latin typeface="Arial"/>
                          <a:ea typeface="Arial"/>
                          <a:cs typeface="Arial"/>
                          <a:sym typeface="Arial"/>
                        </a:rPr>
                        <a:t>Severity</a:t>
                      </a:r>
                      <a:endParaRPr b="0" sz="1400" u="none" cap="none" strike="noStrike">
                        <a:solidFill>
                          <a:srgbClr val="000000"/>
                        </a:solidFill>
                        <a:latin typeface="Arial"/>
                        <a:ea typeface="Arial"/>
                        <a:cs typeface="Arial"/>
                        <a:sym typeface="Arial"/>
                      </a:endParaRPr>
                    </a:p>
                  </a:txBody>
                  <a:tcPr marT="45725" marB="45725" marR="137150" marL="137150" anchor="ctr">
                    <a:lnL cap="flat" cmpd="sng" w="12225">
                      <a:solidFill>
                        <a:srgbClr val="C00000"/>
                      </a:solidFill>
                      <a:prstDash val="solid"/>
                      <a:round/>
                      <a:headEnd len="sm" w="sm" type="none"/>
                      <a:tailEnd len="sm" w="sm" type="none"/>
                    </a:lnL>
                    <a:lnR cap="flat" cmpd="sng" w="12225">
                      <a:solidFill>
                        <a:srgbClr val="C00000"/>
                      </a:solidFill>
                      <a:prstDash val="solid"/>
                      <a:round/>
                      <a:headEnd len="sm" w="sm" type="none"/>
                      <a:tailEnd len="sm" w="sm" type="none"/>
                    </a:lnR>
                    <a:lnT cap="flat" cmpd="sng" w="12225">
                      <a:solidFill>
                        <a:srgbClr val="C00000"/>
                      </a:solidFill>
                      <a:prstDash val="solid"/>
                      <a:round/>
                      <a:headEnd len="sm" w="sm" type="none"/>
                      <a:tailEnd len="sm" w="sm" type="none"/>
                    </a:lnT>
                    <a:lnB cap="flat" cmpd="sng" w="12225">
                      <a:solidFill>
                        <a:srgbClr val="C00000"/>
                      </a:solidFill>
                      <a:prstDash val="solid"/>
                      <a:round/>
                      <a:headEnd len="sm" w="sm" type="none"/>
                      <a:tailEnd len="sm" w="sm" type="none"/>
                    </a:lnB>
                    <a:solidFill>
                      <a:schemeClr val="accent6"/>
                    </a:solidFill>
                  </a:tcPr>
                </a:tc>
                <a:tc>
                  <a:txBody>
                    <a:bodyPr/>
                    <a:lstStyle/>
                    <a:p>
                      <a:pPr indent="0" lvl="0" marL="0" marR="0" rtl="0" algn="l">
                        <a:lnSpc>
                          <a:spcPct val="100000"/>
                        </a:lnSpc>
                        <a:spcBef>
                          <a:spcPts val="0"/>
                        </a:spcBef>
                        <a:spcAft>
                          <a:spcPts val="0"/>
                        </a:spcAft>
                        <a:buNone/>
                      </a:pPr>
                      <a:r>
                        <a:rPr b="0" lang="en-US" sz="1200" u="none" cap="none" strike="noStrike">
                          <a:solidFill>
                            <a:schemeClr val="dk2"/>
                          </a:solidFill>
                          <a:latin typeface="Arial"/>
                          <a:ea typeface="Arial"/>
                          <a:cs typeface="Arial"/>
                          <a:sym typeface="Arial"/>
                        </a:rPr>
                        <a:t>Numeric conversion for scattering analysis.</a:t>
                      </a:r>
                      <a:endParaRPr b="0" sz="1200" u="none" cap="none" strike="noStrike">
                        <a:solidFill>
                          <a:srgbClr val="000000"/>
                        </a:solidFill>
                        <a:latin typeface="Arial"/>
                        <a:ea typeface="Arial"/>
                        <a:cs typeface="Arial"/>
                        <a:sym typeface="Arial"/>
                      </a:endParaRPr>
                    </a:p>
                  </a:txBody>
                  <a:tcPr marT="45725" marB="45725" marR="137150" marL="137150" anchor="ctr">
                    <a:lnL cap="flat" cmpd="sng" w="12225">
                      <a:solidFill>
                        <a:srgbClr val="C00000"/>
                      </a:solidFill>
                      <a:prstDash val="solid"/>
                      <a:round/>
                      <a:headEnd len="sm" w="sm" type="none"/>
                      <a:tailEnd len="sm" w="sm" type="none"/>
                    </a:lnL>
                    <a:lnR cap="flat" cmpd="sng" w="12225">
                      <a:solidFill>
                        <a:srgbClr val="C00000"/>
                      </a:solidFill>
                      <a:prstDash val="solid"/>
                      <a:round/>
                      <a:headEnd len="sm" w="sm" type="none"/>
                      <a:tailEnd len="sm" w="sm" type="none"/>
                    </a:lnR>
                    <a:lnT cap="flat" cmpd="sng" w="12225">
                      <a:solidFill>
                        <a:srgbClr val="C00000"/>
                      </a:solidFill>
                      <a:prstDash val="solid"/>
                      <a:round/>
                      <a:headEnd len="sm" w="sm" type="none"/>
                      <a:tailEnd len="sm" w="sm" type="none"/>
                    </a:lnT>
                    <a:lnB cap="flat" cmpd="sng" w="12225">
                      <a:solidFill>
                        <a:srgbClr val="C00000"/>
                      </a:solidFill>
                      <a:prstDash val="solid"/>
                      <a:round/>
                      <a:headEnd len="sm" w="sm" type="none"/>
                      <a:tailEnd len="sm" w="sm" type="none"/>
                    </a:lnB>
                    <a:solidFill>
                      <a:schemeClr val="accent6"/>
                    </a:solidFill>
                  </a:tcPr>
                </a:tc>
              </a:tr>
              <a:tr h="370800">
                <a:tc>
                  <a:txBody>
                    <a:bodyPr/>
                    <a:lstStyle/>
                    <a:p>
                      <a:pPr indent="0" lvl="0" marL="0" marR="0" rtl="0" algn="l">
                        <a:lnSpc>
                          <a:spcPct val="100000"/>
                        </a:lnSpc>
                        <a:spcBef>
                          <a:spcPts val="0"/>
                        </a:spcBef>
                        <a:spcAft>
                          <a:spcPts val="0"/>
                        </a:spcAft>
                        <a:buNone/>
                      </a:pPr>
                      <a:r>
                        <a:rPr b="1" lang="en-US">
                          <a:solidFill>
                            <a:schemeClr val="dk2"/>
                          </a:solidFill>
                        </a:rPr>
                        <a:t>Attributes Added</a:t>
                      </a:r>
                      <a:endParaRPr b="1" sz="1400" u="none" cap="none" strike="noStrike">
                        <a:solidFill>
                          <a:schemeClr val="dk2"/>
                        </a:solidFill>
                        <a:latin typeface="Arial"/>
                        <a:ea typeface="Arial"/>
                        <a:cs typeface="Arial"/>
                        <a:sym typeface="Arial"/>
                      </a:endParaRPr>
                    </a:p>
                  </a:txBody>
                  <a:tcPr marT="45725" marB="45725" marR="137150" marL="137150" anchor="ctr">
                    <a:lnL cap="flat" cmpd="sng" w="12225">
                      <a:solidFill>
                        <a:srgbClr val="C00000"/>
                      </a:solidFill>
                      <a:prstDash val="solid"/>
                      <a:round/>
                      <a:headEnd len="sm" w="sm" type="none"/>
                      <a:tailEnd len="sm" w="sm" type="none"/>
                    </a:lnL>
                    <a:lnR cap="flat" cmpd="sng" w="12225">
                      <a:solidFill>
                        <a:srgbClr val="C00000"/>
                      </a:solidFill>
                      <a:prstDash val="solid"/>
                      <a:round/>
                      <a:headEnd len="sm" w="sm" type="none"/>
                      <a:tailEnd len="sm" w="sm" type="none"/>
                    </a:lnR>
                    <a:lnT cap="flat" cmpd="sng" w="12225">
                      <a:solidFill>
                        <a:srgbClr val="C00000"/>
                      </a:solidFill>
                      <a:prstDash val="solid"/>
                      <a:round/>
                      <a:headEnd len="sm" w="sm" type="none"/>
                      <a:tailEnd len="sm" w="sm" type="none"/>
                    </a:lnT>
                    <a:lnB cap="flat" cmpd="sng" w="12225">
                      <a:solidFill>
                        <a:srgbClr val="C00000"/>
                      </a:solidFill>
                      <a:prstDash val="solid"/>
                      <a:round/>
                      <a:headEnd len="sm" w="sm" type="none"/>
                      <a:tailEnd len="sm" w="sm" type="none"/>
                    </a:lnB>
                    <a:solidFill>
                      <a:schemeClr val="accent6"/>
                    </a:solidFill>
                  </a:tcPr>
                </a:tc>
                <a:tc>
                  <a:txBody>
                    <a:bodyPr/>
                    <a:lstStyle/>
                    <a:p>
                      <a:pPr indent="0" lvl="0" marL="0" marR="0" rtl="0" algn="l">
                        <a:lnSpc>
                          <a:spcPct val="100000"/>
                        </a:lnSpc>
                        <a:spcBef>
                          <a:spcPts val="0"/>
                        </a:spcBef>
                        <a:spcAft>
                          <a:spcPts val="0"/>
                        </a:spcAft>
                        <a:buNone/>
                      </a:pPr>
                      <a:r>
                        <a:rPr lang="en-US" sz="1200">
                          <a:solidFill>
                            <a:schemeClr val="dk2"/>
                          </a:solidFill>
                        </a:rPr>
                        <a:t>Age, Age Group, Year, Month-Year</a:t>
                      </a:r>
                      <a:endParaRPr b="0" sz="1200" u="none" cap="none" strike="noStrike">
                        <a:solidFill>
                          <a:schemeClr val="dk2"/>
                        </a:solidFill>
                        <a:latin typeface="Arial"/>
                        <a:ea typeface="Arial"/>
                        <a:cs typeface="Arial"/>
                        <a:sym typeface="Arial"/>
                      </a:endParaRPr>
                    </a:p>
                  </a:txBody>
                  <a:tcPr marT="45725" marB="45725" marR="137150" marL="137150" anchor="ctr">
                    <a:lnL cap="flat" cmpd="sng" w="12225">
                      <a:solidFill>
                        <a:srgbClr val="C00000"/>
                      </a:solidFill>
                      <a:prstDash val="solid"/>
                      <a:round/>
                      <a:headEnd len="sm" w="sm" type="none"/>
                      <a:tailEnd len="sm" w="sm" type="none"/>
                    </a:lnL>
                    <a:lnR cap="flat" cmpd="sng" w="12225">
                      <a:solidFill>
                        <a:srgbClr val="C00000"/>
                      </a:solidFill>
                      <a:prstDash val="solid"/>
                      <a:round/>
                      <a:headEnd len="sm" w="sm" type="none"/>
                      <a:tailEnd len="sm" w="sm" type="none"/>
                    </a:lnR>
                    <a:lnT cap="flat" cmpd="sng" w="12225">
                      <a:solidFill>
                        <a:srgbClr val="C00000"/>
                      </a:solidFill>
                      <a:prstDash val="solid"/>
                      <a:round/>
                      <a:headEnd len="sm" w="sm" type="none"/>
                      <a:tailEnd len="sm" w="sm" type="none"/>
                    </a:lnT>
                    <a:lnB cap="flat" cmpd="sng" w="12225">
                      <a:solidFill>
                        <a:srgbClr val="C00000"/>
                      </a:solidFill>
                      <a:prstDash val="solid"/>
                      <a:round/>
                      <a:headEnd len="sm" w="sm" type="none"/>
                      <a:tailEnd len="sm" w="sm" type="none"/>
                    </a:lnB>
                    <a:solidFill>
                      <a:schemeClr val="accent6"/>
                    </a:solidFill>
                  </a:tcPr>
                </a:tc>
              </a:tr>
            </a:tbl>
          </a:graphicData>
        </a:graphic>
      </p:graphicFrame>
      <p:sp>
        <p:nvSpPr>
          <p:cNvPr id="61" name="Google Shape;61;p7"/>
          <p:cNvSpPr/>
          <p:nvPr/>
        </p:nvSpPr>
        <p:spPr>
          <a:xfrm>
            <a:off x="4082933" y="2352225"/>
            <a:ext cx="978000" cy="209100"/>
          </a:xfrm>
          <a:prstGeom prst="rightArrow">
            <a:avLst>
              <a:gd fmla="val 50000" name="adj1"/>
              <a:gd fmla="val 50000" name="adj2"/>
            </a:avLst>
          </a:prstGeom>
          <a:solidFill>
            <a:srgbClr val="69639C"/>
          </a:solidFill>
          <a:ln cap="flat" cmpd="sng" w="25400">
            <a:solidFill>
              <a:srgbClr val="2E2B44"/>
            </a:solidFill>
            <a:prstDash val="solid"/>
            <a:round/>
            <a:headEnd len="sm" w="sm" type="none"/>
            <a:tailEnd len="sm" w="sm" type="none"/>
          </a:ln>
        </p:spPr>
        <p:txBody>
          <a:bodyPr anchorCtr="0" anchor="ctr" bIns="45000" lIns="90000" spcFirstLastPara="1" rIns="90000" wrap="square" tIns="450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pic>
        <p:nvPicPr>
          <p:cNvPr descr="A hand holding a brush next to a yellow circular object&#10;&#10;AI-generated content may be incorrect." id="62" name="Google Shape;62;p7"/>
          <p:cNvPicPr preferRelativeResize="0"/>
          <p:nvPr/>
        </p:nvPicPr>
        <p:blipFill rotWithShape="1">
          <a:blip r:embed="rId3">
            <a:alphaModFix/>
          </a:blip>
          <a:srcRect b="28030" l="0" r="0" t="-28030"/>
          <a:stretch/>
        </p:blipFill>
        <p:spPr>
          <a:xfrm>
            <a:off x="7107651" y="2496976"/>
            <a:ext cx="2496149" cy="253562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 name="Shape 66"/>
        <p:cNvGrpSpPr/>
        <p:nvPr/>
      </p:nvGrpSpPr>
      <p:grpSpPr>
        <a:xfrm>
          <a:off x="0" y="0"/>
          <a:ext cx="0" cy="0"/>
          <a:chOff x="0" y="0"/>
          <a:chExt cx="0" cy="0"/>
        </a:xfrm>
      </p:grpSpPr>
      <p:sp>
        <p:nvSpPr>
          <p:cNvPr id="67" name="Google Shape;67;p8"/>
          <p:cNvSpPr/>
          <p:nvPr/>
        </p:nvSpPr>
        <p:spPr>
          <a:xfrm>
            <a:off x="545400" y="241560"/>
            <a:ext cx="5254200" cy="63972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None/>
            </a:pPr>
            <a:r>
              <a:rPr b="1" i="0" lang="en-US" sz="3000" u="none" cap="none" strike="noStrike">
                <a:solidFill>
                  <a:schemeClr val="dk1"/>
                </a:solidFill>
                <a:latin typeface="Times New Roman"/>
                <a:ea typeface="Times New Roman"/>
                <a:cs typeface="Times New Roman"/>
                <a:sym typeface="Times New Roman"/>
              </a:rPr>
              <a:t>Key Performance Indicators</a:t>
            </a:r>
            <a:endParaRPr b="0" i="0" sz="3000" u="none" cap="none" strike="noStrike">
              <a:solidFill>
                <a:srgbClr val="FFFFFF"/>
              </a:solidFill>
              <a:latin typeface="Arial"/>
              <a:ea typeface="Arial"/>
              <a:cs typeface="Arial"/>
              <a:sym typeface="Arial"/>
            </a:endParaRPr>
          </a:p>
        </p:txBody>
      </p:sp>
      <p:sp>
        <p:nvSpPr>
          <p:cNvPr id="68" name="Google Shape;68;p8"/>
          <p:cNvSpPr/>
          <p:nvPr/>
        </p:nvSpPr>
        <p:spPr>
          <a:xfrm>
            <a:off x="548280" y="1156680"/>
            <a:ext cx="1909080" cy="384840"/>
          </a:xfrm>
          <a:prstGeom prst="roundRect">
            <a:avLst>
              <a:gd fmla="val 16667" name="adj"/>
            </a:avLst>
          </a:prstGeom>
          <a:solidFill>
            <a:srgbClr val="002060"/>
          </a:solidFill>
          <a:ln cap="flat" cmpd="sng" w="25400">
            <a:solidFill>
              <a:srgbClr val="FFFFFF"/>
            </a:solidFill>
            <a:prstDash val="solid"/>
            <a:round/>
            <a:headEnd len="sm" w="sm" type="none"/>
            <a:tailEnd len="sm" w="sm" type="none"/>
          </a:ln>
        </p:spPr>
        <p:txBody>
          <a:bodyPr anchorCtr="0" anchor="ctr" bIns="45000" lIns="90000" spcFirstLastPara="1" rIns="90000" wrap="square" tIns="45000">
            <a:noAutofit/>
          </a:bodyPr>
          <a:lstStyle/>
          <a:p>
            <a:pPr indent="0" lvl="0" marL="0" marR="0" rtl="0" algn="ctr">
              <a:lnSpc>
                <a:spcPct val="100000"/>
              </a:lnSpc>
              <a:spcBef>
                <a:spcPts val="0"/>
              </a:spcBef>
              <a:spcAft>
                <a:spcPts val="0"/>
              </a:spcAft>
              <a:buNone/>
            </a:pPr>
            <a:r>
              <a:rPr b="1" i="0" lang="en-US" sz="2000" u="none" cap="none" strike="noStrike">
                <a:solidFill>
                  <a:schemeClr val="accent6"/>
                </a:solidFill>
                <a:latin typeface="Times New Roman"/>
                <a:ea typeface="Times New Roman"/>
                <a:cs typeface="Times New Roman"/>
                <a:sym typeface="Times New Roman"/>
              </a:rPr>
              <a:t>    97498</a:t>
            </a:r>
            <a:endParaRPr b="0" i="0" sz="2000" u="none" cap="none" strike="noStrike">
              <a:solidFill>
                <a:srgbClr val="FFFFFF"/>
              </a:solidFill>
              <a:latin typeface="Arial"/>
              <a:ea typeface="Arial"/>
              <a:cs typeface="Arial"/>
              <a:sym typeface="Arial"/>
            </a:endParaRPr>
          </a:p>
        </p:txBody>
      </p:sp>
      <p:sp>
        <p:nvSpPr>
          <p:cNvPr id="69" name="Google Shape;69;p8"/>
          <p:cNvSpPr/>
          <p:nvPr/>
        </p:nvSpPr>
        <p:spPr>
          <a:xfrm>
            <a:off x="548280" y="1915560"/>
            <a:ext cx="1909080" cy="463680"/>
          </a:xfrm>
          <a:prstGeom prst="roundRect">
            <a:avLst>
              <a:gd fmla="val 16667" name="adj"/>
            </a:avLst>
          </a:prstGeom>
          <a:solidFill>
            <a:srgbClr val="002060"/>
          </a:solidFill>
          <a:ln cap="flat" cmpd="sng" w="25400">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rPr b="1" i="0" lang="en-US" sz="2000" u="none" cap="none" strike="noStrike">
                <a:solidFill>
                  <a:schemeClr val="accent6"/>
                </a:solidFill>
                <a:latin typeface="Times New Roman"/>
                <a:ea typeface="Times New Roman"/>
                <a:cs typeface="Times New Roman"/>
                <a:sym typeface="Times New Roman"/>
              </a:rPr>
              <a:t>50</a:t>
            </a:r>
            <a:endParaRPr b="0" i="0" sz="2000" u="none" cap="none" strike="noStrike">
              <a:solidFill>
                <a:srgbClr val="FFFFFF"/>
              </a:solidFill>
              <a:latin typeface="Arial"/>
              <a:ea typeface="Arial"/>
              <a:cs typeface="Arial"/>
              <a:sym typeface="Arial"/>
            </a:endParaRPr>
          </a:p>
        </p:txBody>
      </p:sp>
      <p:sp>
        <p:nvSpPr>
          <p:cNvPr id="70" name="Google Shape;70;p8"/>
          <p:cNvSpPr/>
          <p:nvPr/>
        </p:nvSpPr>
        <p:spPr>
          <a:xfrm>
            <a:off x="548280" y="2595240"/>
            <a:ext cx="1909080" cy="562320"/>
          </a:xfrm>
          <a:prstGeom prst="roundRect">
            <a:avLst>
              <a:gd fmla="val 16667" name="adj"/>
            </a:avLst>
          </a:prstGeom>
          <a:solidFill>
            <a:srgbClr val="002060"/>
          </a:solidFill>
          <a:ln cap="flat" cmpd="sng" w="25400">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rPr b="1" i="0" lang="en-US" sz="2000" u="none" cap="none" strike="noStrike">
                <a:solidFill>
                  <a:srgbClr val="FFC000"/>
                </a:solidFill>
                <a:latin typeface="Times New Roman"/>
                <a:ea typeface="Times New Roman"/>
                <a:cs typeface="Times New Roman"/>
                <a:sym typeface="Times New Roman"/>
              </a:rPr>
              <a:t>        ~ 4.6 Days</a:t>
            </a:r>
            <a:endParaRPr b="0" i="0" sz="2000" u="none" cap="none" strike="noStrike">
              <a:solidFill>
                <a:srgbClr val="FFFFFF"/>
              </a:solidFill>
              <a:latin typeface="Arial"/>
              <a:ea typeface="Arial"/>
              <a:cs typeface="Arial"/>
              <a:sym typeface="Arial"/>
            </a:endParaRPr>
          </a:p>
        </p:txBody>
      </p:sp>
      <p:sp>
        <p:nvSpPr>
          <p:cNvPr id="71" name="Google Shape;71;p8"/>
          <p:cNvSpPr/>
          <p:nvPr/>
        </p:nvSpPr>
        <p:spPr>
          <a:xfrm>
            <a:off x="548280" y="3442680"/>
            <a:ext cx="1909080" cy="552600"/>
          </a:xfrm>
          <a:prstGeom prst="roundRect">
            <a:avLst>
              <a:gd fmla="val 16667" name="adj"/>
            </a:avLst>
          </a:prstGeom>
          <a:solidFill>
            <a:srgbClr val="002060"/>
          </a:solidFill>
          <a:ln cap="flat" cmpd="sng" w="25400">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rPr b="1" i="0" lang="en-US" sz="2000" u="none" cap="none" strike="noStrike">
                <a:solidFill>
                  <a:srgbClr val="92D050"/>
                </a:solidFill>
                <a:latin typeface="Times New Roman"/>
                <a:ea typeface="Times New Roman"/>
                <a:cs typeface="Times New Roman"/>
                <a:sym typeface="Times New Roman"/>
              </a:rPr>
              <a:t>     ~ 4.1</a:t>
            </a:r>
            <a:r>
              <a:rPr b="1" i="0" lang="en-US" sz="2000" u="none" cap="none" strike="noStrike">
                <a:solidFill>
                  <a:schemeClr val="accent6"/>
                </a:solidFill>
                <a:latin typeface="Times New Roman"/>
                <a:ea typeface="Times New Roman"/>
                <a:cs typeface="Times New Roman"/>
                <a:sym typeface="Times New Roman"/>
              </a:rPr>
              <a:t> / 5</a:t>
            </a:r>
            <a:endParaRPr b="0" i="0" sz="2000" u="none" cap="none" strike="noStrike">
              <a:solidFill>
                <a:srgbClr val="FFFFFF"/>
              </a:solidFill>
              <a:latin typeface="Arial"/>
              <a:ea typeface="Arial"/>
              <a:cs typeface="Arial"/>
              <a:sym typeface="Arial"/>
            </a:endParaRPr>
          </a:p>
        </p:txBody>
      </p:sp>
      <p:sp>
        <p:nvSpPr>
          <p:cNvPr id="72" name="Google Shape;72;p8"/>
          <p:cNvSpPr/>
          <p:nvPr/>
        </p:nvSpPr>
        <p:spPr>
          <a:xfrm>
            <a:off x="3309120" y="1198080"/>
            <a:ext cx="4743000" cy="30456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None/>
            </a:pPr>
            <a:r>
              <a:rPr i="0" lang="en-US" sz="1400" u="none" cap="none" strike="noStrike">
                <a:solidFill>
                  <a:schemeClr val="dk1"/>
                </a:solidFill>
                <a:latin typeface="Times New Roman"/>
                <a:ea typeface="Times New Roman"/>
                <a:cs typeface="Times New Roman"/>
                <a:sym typeface="Times New Roman"/>
              </a:rPr>
              <a:t>Number of tickets logged during 2016 - 2020</a:t>
            </a:r>
            <a:endParaRPr i="0" sz="1400" u="none" cap="none" strike="noStrike">
              <a:solidFill>
                <a:srgbClr val="FFFFFF"/>
              </a:solidFill>
              <a:latin typeface="Times New Roman"/>
              <a:ea typeface="Times New Roman"/>
              <a:cs typeface="Times New Roman"/>
              <a:sym typeface="Times New Roman"/>
            </a:endParaRPr>
          </a:p>
        </p:txBody>
      </p:sp>
      <p:sp>
        <p:nvSpPr>
          <p:cNvPr id="73" name="Google Shape;73;p8"/>
          <p:cNvSpPr/>
          <p:nvPr/>
        </p:nvSpPr>
        <p:spPr>
          <a:xfrm>
            <a:off x="3309120" y="1996200"/>
            <a:ext cx="4743000" cy="30456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None/>
            </a:pPr>
            <a:r>
              <a:rPr i="0" lang="en-US" sz="1400" u="none" cap="none" strike="noStrike">
                <a:solidFill>
                  <a:schemeClr val="dk1"/>
                </a:solidFill>
                <a:latin typeface="Times New Roman"/>
                <a:ea typeface="Times New Roman"/>
                <a:cs typeface="Times New Roman"/>
                <a:sym typeface="Times New Roman"/>
              </a:rPr>
              <a:t>Number of Agent </a:t>
            </a:r>
            <a:endParaRPr i="0" sz="1400" u="none" cap="none" strike="noStrike">
              <a:solidFill>
                <a:srgbClr val="FFFFFF"/>
              </a:solidFill>
              <a:latin typeface="Times New Roman"/>
              <a:ea typeface="Times New Roman"/>
              <a:cs typeface="Times New Roman"/>
              <a:sym typeface="Times New Roman"/>
            </a:endParaRPr>
          </a:p>
        </p:txBody>
      </p:sp>
      <p:sp>
        <p:nvSpPr>
          <p:cNvPr id="74" name="Google Shape;74;p8"/>
          <p:cNvSpPr/>
          <p:nvPr/>
        </p:nvSpPr>
        <p:spPr>
          <a:xfrm>
            <a:off x="3309120" y="2725560"/>
            <a:ext cx="4743000" cy="30456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None/>
            </a:pPr>
            <a:r>
              <a:rPr i="0" lang="en-US" sz="1400" u="none" cap="none" strike="noStrike">
                <a:solidFill>
                  <a:schemeClr val="dk1"/>
                </a:solidFill>
                <a:latin typeface="Times New Roman"/>
                <a:ea typeface="Times New Roman"/>
                <a:cs typeface="Times New Roman"/>
                <a:sym typeface="Times New Roman"/>
              </a:rPr>
              <a:t>Average Resolution Time</a:t>
            </a:r>
            <a:endParaRPr i="0" sz="1400" u="none" cap="none" strike="noStrike">
              <a:solidFill>
                <a:srgbClr val="FFFFFF"/>
              </a:solidFill>
              <a:latin typeface="Times New Roman"/>
              <a:ea typeface="Times New Roman"/>
              <a:cs typeface="Times New Roman"/>
              <a:sym typeface="Times New Roman"/>
            </a:endParaRPr>
          </a:p>
        </p:txBody>
      </p:sp>
      <p:sp>
        <p:nvSpPr>
          <p:cNvPr id="75" name="Google Shape;75;p8"/>
          <p:cNvSpPr/>
          <p:nvPr/>
        </p:nvSpPr>
        <p:spPr>
          <a:xfrm>
            <a:off x="3309120" y="3562920"/>
            <a:ext cx="4743000" cy="30456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None/>
            </a:pPr>
            <a:r>
              <a:rPr i="0" lang="en-US" sz="1400" u="none" cap="none" strike="noStrike">
                <a:solidFill>
                  <a:schemeClr val="dk1"/>
                </a:solidFill>
                <a:latin typeface="Times New Roman"/>
                <a:ea typeface="Times New Roman"/>
                <a:cs typeface="Times New Roman"/>
                <a:sym typeface="Times New Roman"/>
              </a:rPr>
              <a:t>Average Satisfaction Rate</a:t>
            </a:r>
            <a:endParaRPr i="0" sz="1400" u="none" cap="none" strike="noStrike">
              <a:solidFill>
                <a:srgbClr val="FFFFFF"/>
              </a:solidFill>
              <a:latin typeface="Times New Roman"/>
              <a:ea typeface="Times New Roman"/>
              <a:cs typeface="Times New Roman"/>
              <a:sym typeface="Times New Roman"/>
            </a:endParaRPr>
          </a:p>
        </p:txBody>
      </p:sp>
      <p:pic>
        <p:nvPicPr>
          <p:cNvPr descr="A blue and yellow piece of paper with a wrench&#10;&#10;AI-generated content may be incorrect." id="76" name="Google Shape;76;p8"/>
          <p:cNvPicPr preferRelativeResize="0"/>
          <p:nvPr/>
        </p:nvPicPr>
        <p:blipFill rotWithShape="1">
          <a:blip r:embed="rId3">
            <a:alphaModFix/>
          </a:blip>
          <a:srcRect b="0" l="0" r="0" t="0"/>
          <a:stretch/>
        </p:blipFill>
        <p:spPr>
          <a:xfrm>
            <a:off x="673200" y="1205280"/>
            <a:ext cx="377280" cy="318240"/>
          </a:xfrm>
          <a:prstGeom prst="rect">
            <a:avLst/>
          </a:prstGeom>
          <a:noFill/>
          <a:ln>
            <a:noFill/>
          </a:ln>
        </p:spPr>
      </p:pic>
      <p:pic>
        <p:nvPicPr>
          <p:cNvPr descr="A person wearing a headset&#10;&#10;AI-generated content may be incorrect." id="77" name="Google Shape;77;p8"/>
          <p:cNvPicPr preferRelativeResize="0"/>
          <p:nvPr/>
        </p:nvPicPr>
        <p:blipFill rotWithShape="1">
          <a:blip r:embed="rId4">
            <a:alphaModFix/>
          </a:blip>
          <a:srcRect b="0" l="0" r="0" t="0"/>
          <a:stretch/>
        </p:blipFill>
        <p:spPr>
          <a:xfrm>
            <a:off x="672480" y="1992960"/>
            <a:ext cx="379080" cy="300240"/>
          </a:xfrm>
          <a:prstGeom prst="rect">
            <a:avLst/>
          </a:prstGeom>
          <a:noFill/>
          <a:ln>
            <a:noFill/>
          </a:ln>
        </p:spPr>
      </p:pic>
      <p:pic>
        <p:nvPicPr>
          <p:cNvPr descr="A black and white line art of a ticket&#10;&#10;AI-generated content may be incorrect." id="78" name="Google Shape;78;p8"/>
          <p:cNvPicPr preferRelativeResize="0"/>
          <p:nvPr/>
        </p:nvPicPr>
        <p:blipFill rotWithShape="1">
          <a:blip r:embed="rId5">
            <a:alphaModFix/>
          </a:blip>
          <a:srcRect b="0" l="0" r="0" t="0"/>
          <a:stretch/>
        </p:blipFill>
        <p:spPr>
          <a:xfrm>
            <a:off x="672480" y="2672640"/>
            <a:ext cx="379080" cy="398880"/>
          </a:xfrm>
          <a:prstGeom prst="rect">
            <a:avLst/>
          </a:prstGeom>
          <a:noFill/>
          <a:ln>
            <a:noFill/>
          </a:ln>
        </p:spPr>
      </p:pic>
      <p:pic>
        <p:nvPicPr>
          <p:cNvPr descr="A green check mark and five stars" id="79" name="Google Shape;79;p8"/>
          <p:cNvPicPr preferRelativeResize="0"/>
          <p:nvPr/>
        </p:nvPicPr>
        <p:blipFill rotWithShape="1">
          <a:blip r:embed="rId6">
            <a:alphaModFix/>
          </a:blip>
          <a:srcRect b="0" l="0" r="0" t="0"/>
          <a:stretch/>
        </p:blipFill>
        <p:spPr>
          <a:xfrm>
            <a:off x="709560" y="3557160"/>
            <a:ext cx="304920" cy="324720"/>
          </a:xfrm>
          <a:prstGeom prst="rect">
            <a:avLst/>
          </a:prstGeom>
          <a:noFill/>
          <a:ln>
            <a:noFill/>
          </a:ln>
        </p:spPr>
      </p:pic>
      <p:sp>
        <p:nvSpPr>
          <p:cNvPr id="80" name="Google Shape;80;p8"/>
          <p:cNvSpPr/>
          <p:nvPr/>
        </p:nvSpPr>
        <p:spPr>
          <a:xfrm>
            <a:off x="548280" y="4299840"/>
            <a:ext cx="1909080" cy="552600"/>
          </a:xfrm>
          <a:prstGeom prst="roundRect">
            <a:avLst>
              <a:gd fmla="val 16667" name="adj"/>
            </a:avLst>
          </a:prstGeom>
          <a:solidFill>
            <a:srgbClr val="002060"/>
          </a:solidFill>
          <a:ln cap="flat" cmpd="sng" w="25400">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rPr b="1" i="0" lang="en-US" sz="2000" u="none" cap="none" strike="noStrike">
                <a:solidFill>
                  <a:schemeClr val="dk1"/>
                </a:solidFill>
                <a:latin typeface="Times New Roman"/>
                <a:ea typeface="Times New Roman"/>
                <a:cs typeface="Times New Roman"/>
                <a:sym typeface="Times New Roman"/>
              </a:rPr>
              <a:t>     ~ 53</a:t>
            </a:r>
            <a:endParaRPr b="0" i="0" sz="2000" u="none" cap="none" strike="noStrike">
              <a:solidFill>
                <a:srgbClr val="FFFFFF"/>
              </a:solidFill>
              <a:latin typeface="Arial"/>
              <a:ea typeface="Arial"/>
              <a:cs typeface="Arial"/>
              <a:sym typeface="Arial"/>
            </a:endParaRPr>
          </a:p>
        </p:txBody>
      </p:sp>
      <p:sp>
        <p:nvSpPr>
          <p:cNvPr id="81" name="Google Shape;81;p8"/>
          <p:cNvSpPr/>
          <p:nvPr/>
        </p:nvSpPr>
        <p:spPr>
          <a:xfrm>
            <a:off x="3319200" y="4420080"/>
            <a:ext cx="4743000" cy="30456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None/>
            </a:pPr>
            <a:r>
              <a:rPr i="0" lang="en-US" sz="1400" u="none" cap="none" strike="noStrike">
                <a:solidFill>
                  <a:schemeClr val="dk1"/>
                </a:solidFill>
                <a:latin typeface="Times New Roman"/>
                <a:ea typeface="Times New Roman"/>
                <a:cs typeface="Times New Roman"/>
                <a:sym typeface="Times New Roman"/>
              </a:rPr>
              <a:t>Average Daily Ticket Volume</a:t>
            </a:r>
            <a:endParaRPr i="0" sz="1400" u="none" cap="none" strike="noStrike">
              <a:solidFill>
                <a:srgbClr val="FFFFFF"/>
              </a:solidFill>
              <a:latin typeface="Times New Roman"/>
              <a:ea typeface="Times New Roman"/>
              <a:cs typeface="Times New Roman"/>
              <a:sym typeface="Times New Roman"/>
            </a:endParaRPr>
          </a:p>
        </p:txBody>
      </p:sp>
      <p:pic>
        <p:nvPicPr>
          <p:cNvPr descr="A hand holding up colorful bars&#10;&#10;AI-generated content may be incorrect." id="82" name="Google Shape;82;p8"/>
          <p:cNvPicPr preferRelativeResize="0"/>
          <p:nvPr/>
        </p:nvPicPr>
        <p:blipFill rotWithShape="1">
          <a:blip r:embed="rId7">
            <a:alphaModFix/>
          </a:blip>
          <a:srcRect b="0" l="0" r="0" t="0"/>
          <a:stretch/>
        </p:blipFill>
        <p:spPr>
          <a:xfrm>
            <a:off x="616320" y="4360320"/>
            <a:ext cx="491760" cy="44244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 name="Shape 86"/>
        <p:cNvGrpSpPr/>
        <p:nvPr/>
      </p:nvGrpSpPr>
      <p:grpSpPr>
        <a:xfrm>
          <a:off x="0" y="0"/>
          <a:ext cx="0" cy="0"/>
          <a:chOff x="0" y="0"/>
          <a:chExt cx="0" cy="0"/>
        </a:xfrm>
      </p:grpSpPr>
      <p:sp>
        <p:nvSpPr>
          <p:cNvPr id="87" name="Google Shape;87;p9"/>
          <p:cNvSpPr/>
          <p:nvPr/>
        </p:nvSpPr>
        <p:spPr>
          <a:xfrm>
            <a:off x="1944720" y="231480"/>
            <a:ext cx="5254200" cy="63972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None/>
            </a:pPr>
            <a:r>
              <a:rPr b="1" i="0" lang="en-US" sz="3000" u="none" cap="none" strike="noStrike">
                <a:solidFill>
                  <a:schemeClr val="dk1"/>
                </a:solidFill>
                <a:latin typeface="Times New Roman"/>
                <a:ea typeface="Times New Roman"/>
                <a:cs typeface="Times New Roman"/>
                <a:sym typeface="Times New Roman"/>
              </a:rPr>
              <a:t>TICKET VOLUME TREND</a:t>
            </a:r>
            <a:endParaRPr b="0" i="0" sz="3000" u="none" cap="none" strike="noStrike">
              <a:solidFill>
                <a:srgbClr val="FFFFFF"/>
              </a:solidFill>
              <a:latin typeface="Arial"/>
              <a:ea typeface="Arial"/>
              <a:cs typeface="Arial"/>
              <a:sym typeface="Arial"/>
            </a:endParaRPr>
          </a:p>
        </p:txBody>
      </p:sp>
      <p:sp>
        <p:nvSpPr>
          <p:cNvPr id="88" name="Google Shape;88;p9"/>
          <p:cNvSpPr/>
          <p:nvPr/>
        </p:nvSpPr>
        <p:spPr>
          <a:xfrm>
            <a:off x="171875" y="3808875"/>
            <a:ext cx="5674500" cy="1208400"/>
          </a:xfrm>
          <a:prstGeom prst="rect">
            <a:avLst/>
          </a:prstGeom>
          <a:noFill/>
          <a:ln>
            <a:noFill/>
          </a:ln>
        </p:spPr>
        <p:txBody>
          <a:bodyPr anchorCtr="0" anchor="t" bIns="45700" lIns="91425" spcFirstLastPara="1" rIns="91425" wrap="square" tIns="45700">
            <a:noAutofit/>
          </a:bodyPr>
          <a:lstStyle/>
          <a:p>
            <a:pPr indent="-330200" lvl="0" marL="457200" marR="0" rtl="0" algn="l">
              <a:lnSpc>
                <a:spcPct val="100000"/>
              </a:lnSpc>
              <a:spcBef>
                <a:spcPts val="0"/>
              </a:spcBef>
              <a:spcAft>
                <a:spcPts val="0"/>
              </a:spcAft>
              <a:buClr>
                <a:schemeClr val="dk1"/>
              </a:buClr>
              <a:buSzPts val="1600"/>
              <a:buFont typeface="Times New Roman"/>
              <a:buChar char="❏"/>
            </a:pPr>
            <a:r>
              <a:rPr b="0" i="0" lang="en-US" sz="1600" u="none" cap="none" strike="noStrike">
                <a:solidFill>
                  <a:schemeClr val="dk1"/>
                </a:solidFill>
                <a:latin typeface="Times New Roman"/>
                <a:ea typeface="Times New Roman"/>
                <a:cs typeface="Times New Roman"/>
                <a:sym typeface="Times New Roman"/>
              </a:rPr>
              <a:t>Ticket volume increased significantly</a:t>
            </a:r>
            <a:endParaRPr b="0" i="0" sz="1600" u="none" cap="none" strike="noStrike">
              <a:solidFill>
                <a:schemeClr val="dk1"/>
              </a:solidFill>
              <a:latin typeface="Arial"/>
              <a:ea typeface="Arial"/>
              <a:cs typeface="Arial"/>
              <a:sym typeface="Arial"/>
            </a:endParaRPr>
          </a:p>
          <a:p>
            <a:pPr indent="-330200" lvl="0" marL="457200" marR="0" rtl="0" algn="l">
              <a:lnSpc>
                <a:spcPct val="100000"/>
              </a:lnSpc>
              <a:spcBef>
                <a:spcPts val="0"/>
              </a:spcBef>
              <a:spcAft>
                <a:spcPts val="0"/>
              </a:spcAft>
              <a:buClr>
                <a:schemeClr val="dk1"/>
              </a:buClr>
              <a:buSzPts val="1600"/>
              <a:buFont typeface="Times New Roman"/>
              <a:buChar char="❏"/>
            </a:pPr>
            <a:r>
              <a:rPr b="0" i="0" lang="en-US" sz="1600" u="none" cap="none" strike="noStrike">
                <a:solidFill>
                  <a:schemeClr val="dk1"/>
                </a:solidFill>
                <a:latin typeface="Times New Roman"/>
                <a:ea typeface="Times New Roman"/>
                <a:cs typeface="Times New Roman"/>
                <a:sym typeface="Times New Roman"/>
              </a:rPr>
              <a:t>Peak operational periods observed later in the year</a:t>
            </a:r>
            <a:endParaRPr b="0" i="0" sz="1600" u="none" cap="none" strike="noStrike">
              <a:solidFill>
                <a:schemeClr val="dk1"/>
              </a:solidFill>
              <a:latin typeface="Arial"/>
              <a:ea typeface="Arial"/>
              <a:cs typeface="Arial"/>
              <a:sym typeface="Arial"/>
            </a:endParaRPr>
          </a:p>
          <a:p>
            <a:pPr indent="-330200" lvl="0" marL="457200" marR="0" rtl="0" algn="l">
              <a:lnSpc>
                <a:spcPct val="100000"/>
              </a:lnSpc>
              <a:spcBef>
                <a:spcPts val="0"/>
              </a:spcBef>
              <a:spcAft>
                <a:spcPts val="0"/>
              </a:spcAft>
              <a:buClr>
                <a:schemeClr val="dk1"/>
              </a:buClr>
              <a:buSzPts val="1600"/>
              <a:buFont typeface="Times New Roman"/>
              <a:buChar char="❏"/>
            </a:pPr>
            <a:r>
              <a:rPr b="0" i="0" lang="en-US" sz="1600" u="none" cap="none" strike="noStrike">
                <a:solidFill>
                  <a:schemeClr val="dk1"/>
                </a:solidFill>
                <a:latin typeface="Times New Roman"/>
                <a:ea typeface="Times New Roman"/>
                <a:cs typeface="Times New Roman"/>
                <a:sym typeface="Times New Roman"/>
              </a:rPr>
              <a:t>Indicates growing support demand</a:t>
            </a:r>
            <a:endParaRPr b="0" i="0" sz="1600" u="none" cap="none" strike="noStrike">
              <a:solidFill>
                <a:schemeClr val="dk1"/>
              </a:solidFill>
              <a:latin typeface="Arial"/>
              <a:ea typeface="Arial"/>
              <a:cs typeface="Arial"/>
              <a:sym typeface="Arial"/>
            </a:endParaRPr>
          </a:p>
        </p:txBody>
      </p:sp>
      <p:pic>
        <p:nvPicPr>
          <p:cNvPr id="89" name="Google Shape;89;p9" title="Chart"/>
          <p:cNvPicPr preferRelativeResize="0"/>
          <p:nvPr/>
        </p:nvPicPr>
        <p:blipFill>
          <a:blip r:embed="rId3">
            <a:alphaModFix/>
          </a:blip>
          <a:stretch>
            <a:fillRect/>
          </a:stretch>
        </p:blipFill>
        <p:spPr>
          <a:xfrm>
            <a:off x="171878" y="967025"/>
            <a:ext cx="4195564" cy="2618876"/>
          </a:xfrm>
          <a:prstGeom prst="rect">
            <a:avLst/>
          </a:prstGeom>
          <a:noFill/>
          <a:ln>
            <a:noFill/>
          </a:ln>
        </p:spPr>
      </p:pic>
      <p:pic>
        <p:nvPicPr>
          <p:cNvPr id="90" name="Google Shape;90;p9" title="Chart"/>
          <p:cNvPicPr preferRelativeResize="0"/>
          <p:nvPr/>
        </p:nvPicPr>
        <p:blipFill rotWithShape="1">
          <a:blip r:embed="rId4">
            <a:alphaModFix/>
          </a:blip>
          <a:srcRect b="0" l="0" r="0" t="0"/>
          <a:stretch/>
        </p:blipFill>
        <p:spPr>
          <a:xfrm>
            <a:off x="4547682" y="981925"/>
            <a:ext cx="4434376" cy="2586725"/>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0"/>
          <p:cNvSpPr/>
          <p:nvPr/>
        </p:nvSpPr>
        <p:spPr>
          <a:xfrm>
            <a:off x="545400" y="241560"/>
            <a:ext cx="6643440" cy="63972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None/>
            </a:pPr>
            <a:r>
              <a:rPr b="1" i="0" lang="en-US" sz="3000" u="none" cap="none" strike="noStrike">
                <a:solidFill>
                  <a:schemeClr val="dk1"/>
                </a:solidFill>
                <a:latin typeface="Times New Roman"/>
                <a:ea typeface="Times New Roman"/>
                <a:cs typeface="Times New Roman"/>
                <a:sym typeface="Times New Roman"/>
              </a:rPr>
              <a:t>Category Performance Analysis</a:t>
            </a:r>
            <a:endParaRPr b="0" i="0" sz="3000" u="none" cap="none" strike="noStrike">
              <a:solidFill>
                <a:srgbClr val="FFFFFF"/>
              </a:solidFill>
              <a:latin typeface="Arial"/>
              <a:ea typeface="Arial"/>
              <a:cs typeface="Arial"/>
              <a:sym typeface="Arial"/>
            </a:endParaRPr>
          </a:p>
        </p:txBody>
      </p:sp>
      <p:graphicFrame>
        <p:nvGraphicFramePr>
          <p:cNvPr id="96" name="Google Shape;96;p10"/>
          <p:cNvGraphicFramePr/>
          <p:nvPr/>
        </p:nvGraphicFramePr>
        <p:xfrm>
          <a:off x="4327200" y="1293840"/>
          <a:ext cx="3000000" cy="3000000"/>
        </p:xfrm>
        <a:graphic>
          <a:graphicData uri="http://schemas.openxmlformats.org/drawingml/2006/table">
            <a:tbl>
              <a:tblPr>
                <a:noFill/>
                <a:tableStyleId>{99F76716-FB14-4D46-B4E7-272E180D2EF3}</a:tableStyleId>
              </a:tblPr>
              <a:tblGrid>
                <a:gridCol w="1321550"/>
                <a:gridCol w="2226250"/>
              </a:tblGrid>
              <a:tr h="745925">
                <a:tc>
                  <a:txBody>
                    <a:bodyPr/>
                    <a:lstStyle/>
                    <a:p>
                      <a:pPr indent="0" lvl="0" marL="0" marR="0" rtl="0" algn="ctr">
                        <a:lnSpc>
                          <a:spcPct val="100000"/>
                        </a:lnSpc>
                        <a:spcBef>
                          <a:spcPts val="0"/>
                        </a:spcBef>
                        <a:spcAft>
                          <a:spcPts val="0"/>
                        </a:spcAft>
                        <a:buNone/>
                      </a:pPr>
                      <a:r>
                        <a:rPr b="1" lang="en-US" sz="1400" u="none" cap="none" strike="noStrike">
                          <a:solidFill>
                            <a:schemeClr val="dk2"/>
                          </a:solidFill>
                          <a:latin typeface="Arial"/>
                          <a:ea typeface="Arial"/>
                          <a:cs typeface="Arial"/>
                          <a:sym typeface="Arial"/>
                        </a:rPr>
                        <a:t>Category</a:t>
                      </a:r>
                      <a:endParaRPr b="0" sz="1400" u="none" cap="none" strike="noStrike">
                        <a:solidFill>
                          <a:srgbClr val="000000"/>
                        </a:solidFill>
                        <a:latin typeface="Arial"/>
                        <a:ea typeface="Arial"/>
                        <a:cs typeface="Arial"/>
                        <a:sym typeface="Arial"/>
                      </a:endParaRPr>
                    </a:p>
                  </a:txBody>
                  <a:tcPr marT="45725" marB="45725" marR="91450" marL="91450">
                    <a:lnL cap="flat" cmpd="sng" w="12225">
                      <a:solidFill>
                        <a:srgbClr val="C00000"/>
                      </a:solidFill>
                      <a:prstDash val="solid"/>
                      <a:round/>
                      <a:headEnd len="sm" w="sm" type="none"/>
                      <a:tailEnd len="sm" w="sm" type="none"/>
                    </a:lnL>
                    <a:lnR cap="flat" cmpd="sng" w="12225">
                      <a:solidFill>
                        <a:srgbClr val="C00000"/>
                      </a:solidFill>
                      <a:prstDash val="solid"/>
                      <a:round/>
                      <a:headEnd len="sm" w="sm" type="none"/>
                      <a:tailEnd len="sm" w="sm" type="none"/>
                    </a:lnR>
                    <a:lnT cap="flat" cmpd="sng" w="12225">
                      <a:solidFill>
                        <a:srgbClr val="C00000"/>
                      </a:solidFill>
                      <a:prstDash val="solid"/>
                      <a:round/>
                      <a:headEnd len="sm" w="sm" type="none"/>
                      <a:tailEnd len="sm" w="sm" type="none"/>
                    </a:lnT>
                    <a:lnB cap="flat" cmpd="sng" w="12225">
                      <a:solidFill>
                        <a:srgbClr val="C00000"/>
                      </a:solidFill>
                      <a:prstDash val="solid"/>
                      <a:round/>
                      <a:headEnd len="sm" w="sm" type="none"/>
                      <a:tailEnd len="sm" w="sm" type="none"/>
                    </a:lnB>
                    <a:solidFill>
                      <a:schemeClr val="accent2"/>
                    </a:solidFill>
                  </a:tcPr>
                </a:tc>
                <a:tc>
                  <a:txBody>
                    <a:bodyPr/>
                    <a:lstStyle/>
                    <a:p>
                      <a:pPr indent="0" lvl="0" marL="0" marR="0" rtl="0" algn="ctr">
                        <a:lnSpc>
                          <a:spcPct val="100000"/>
                        </a:lnSpc>
                        <a:spcBef>
                          <a:spcPts val="0"/>
                        </a:spcBef>
                        <a:spcAft>
                          <a:spcPts val="0"/>
                        </a:spcAft>
                        <a:buNone/>
                      </a:pPr>
                      <a:r>
                        <a:rPr b="1" lang="en-US" sz="1400" u="none" cap="none" strike="noStrike">
                          <a:solidFill>
                            <a:schemeClr val="dk2"/>
                          </a:solidFill>
                          <a:latin typeface="Arial"/>
                          <a:ea typeface="Arial"/>
                          <a:cs typeface="Arial"/>
                          <a:sym typeface="Arial"/>
                        </a:rPr>
                        <a:t>Avg. Resolution Time (Days)</a:t>
                      </a:r>
                      <a:endParaRPr b="0" sz="1400" u="none" cap="none" strike="noStrike">
                        <a:solidFill>
                          <a:srgbClr val="000000"/>
                        </a:solidFill>
                        <a:latin typeface="Arial"/>
                        <a:ea typeface="Arial"/>
                        <a:cs typeface="Arial"/>
                        <a:sym typeface="Arial"/>
                      </a:endParaRPr>
                    </a:p>
                  </a:txBody>
                  <a:tcPr marT="45725" marB="45725" marR="91450" marL="91450">
                    <a:lnL cap="flat" cmpd="sng" w="12225">
                      <a:solidFill>
                        <a:srgbClr val="C00000"/>
                      </a:solidFill>
                      <a:prstDash val="solid"/>
                      <a:round/>
                      <a:headEnd len="sm" w="sm" type="none"/>
                      <a:tailEnd len="sm" w="sm" type="none"/>
                    </a:lnL>
                    <a:lnR cap="flat" cmpd="sng" w="12225">
                      <a:solidFill>
                        <a:srgbClr val="C00000"/>
                      </a:solidFill>
                      <a:prstDash val="solid"/>
                      <a:round/>
                      <a:headEnd len="sm" w="sm" type="none"/>
                      <a:tailEnd len="sm" w="sm" type="none"/>
                    </a:lnR>
                    <a:lnT cap="flat" cmpd="sng" w="12225">
                      <a:solidFill>
                        <a:srgbClr val="C00000"/>
                      </a:solidFill>
                      <a:prstDash val="solid"/>
                      <a:round/>
                      <a:headEnd len="sm" w="sm" type="none"/>
                      <a:tailEnd len="sm" w="sm" type="none"/>
                    </a:lnT>
                    <a:lnB cap="flat" cmpd="sng" w="12225">
                      <a:solidFill>
                        <a:srgbClr val="C00000"/>
                      </a:solidFill>
                      <a:prstDash val="solid"/>
                      <a:round/>
                      <a:headEnd len="sm" w="sm" type="none"/>
                      <a:tailEnd len="sm" w="sm" type="none"/>
                    </a:lnB>
                    <a:solidFill>
                      <a:schemeClr val="accent2"/>
                    </a:solidFill>
                  </a:tcPr>
                </a:tc>
              </a:tr>
              <a:tr h="462600">
                <a:tc>
                  <a:txBody>
                    <a:bodyPr/>
                    <a:lstStyle/>
                    <a:p>
                      <a:pPr indent="0" lvl="0" marL="0" marR="0" rtl="0" algn="l">
                        <a:lnSpc>
                          <a:spcPct val="100000"/>
                        </a:lnSpc>
                        <a:spcBef>
                          <a:spcPts val="0"/>
                        </a:spcBef>
                        <a:spcAft>
                          <a:spcPts val="0"/>
                        </a:spcAft>
                        <a:buNone/>
                      </a:pPr>
                      <a:r>
                        <a:rPr b="0" lang="en-US" sz="1400" u="none" cap="none" strike="noStrike">
                          <a:solidFill>
                            <a:schemeClr val="lt2"/>
                          </a:solidFill>
                          <a:latin typeface="Arial"/>
                          <a:ea typeface="Arial"/>
                          <a:cs typeface="Arial"/>
                          <a:sym typeface="Arial"/>
                        </a:rPr>
                        <a:t>Hardware</a:t>
                      </a:r>
                      <a:endParaRPr b="0" sz="1400" u="none" cap="none" strike="noStrike">
                        <a:solidFill>
                          <a:srgbClr val="000000"/>
                        </a:solidFill>
                        <a:latin typeface="Arial"/>
                        <a:ea typeface="Arial"/>
                        <a:cs typeface="Arial"/>
                        <a:sym typeface="Arial"/>
                      </a:endParaRPr>
                    </a:p>
                  </a:txBody>
                  <a:tcPr marT="45725" marB="45725" marR="91450" marL="91450">
                    <a:lnL cap="flat" cmpd="sng" w="12225">
                      <a:solidFill>
                        <a:srgbClr val="C00000"/>
                      </a:solidFill>
                      <a:prstDash val="solid"/>
                      <a:round/>
                      <a:headEnd len="sm" w="sm" type="none"/>
                      <a:tailEnd len="sm" w="sm" type="none"/>
                    </a:lnL>
                    <a:lnR cap="flat" cmpd="sng" w="12225">
                      <a:solidFill>
                        <a:srgbClr val="C00000"/>
                      </a:solidFill>
                      <a:prstDash val="solid"/>
                      <a:round/>
                      <a:headEnd len="sm" w="sm" type="none"/>
                      <a:tailEnd len="sm" w="sm" type="none"/>
                    </a:lnR>
                    <a:lnT cap="flat" cmpd="sng" w="12225">
                      <a:solidFill>
                        <a:srgbClr val="C00000"/>
                      </a:solidFill>
                      <a:prstDash val="solid"/>
                      <a:round/>
                      <a:headEnd len="sm" w="sm" type="none"/>
                      <a:tailEnd len="sm" w="sm" type="none"/>
                    </a:lnT>
                    <a:lnB cap="flat" cmpd="sng" w="12225">
                      <a:solidFill>
                        <a:srgbClr val="C00000"/>
                      </a:solidFill>
                      <a:prstDash val="solid"/>
                      <a:round/>
                      <a:headEnd len="sm" w="sm" type="none"/>
                      <a:tailEnd len="sm" w="sm" type="none"/>
                    </a:lnB>
                    <a:solidFill>
                      <a:srgbClr val="E3E3E5"/>
                    </a:solidFill>
                  </a:tcPr>
                </a:tc>
                <a:tc>
                  <a:txBody>
                    <a:bodyPr/>
                    <a:lstStyle/>
                    <a:p>
                      <a:pPr indent="0" lvl="0" marL="0" marR="0" rtl="0" algn="r">
                        <a:lnSpc>
                          <a:spcPct val="100000"/>
                        </a:lnSpc>
                        <a:spcBef>
                          <a:spcPts val="0"/>
                        </a:spcBef>
                        <a:spcAft>
                          <a:spcPts val="0"/>
                        </a:spcAft>
                        <a:buNone/>
                      </a:pPr>
                      <a:r>
                        <a:rPr b="1" lang="en-US" sz="1800" u="none" cap="none" strike="noStrike">
                          <a:solidFill>
                            <a:srgbClr val="C00000"/>
                          </a:solidFill>
                          <a:latin typeface="Calibri"/>
                          <a:ea typeface="Calibri"/>
                          <a:cs typeface="Calibri"/>
                          <a:sym typeface="Calibri"/>
                        </a:rPr>
                        <a:t>7.6</a:t>
                      </a:r>
                      <a:endParaRPr b="0" sz="1800" u="none" cap="none" strike="noStrike">
                        <a:solidFill>
                          <a:srgbClr val="000000"/>
                        </a:solidFill>
                        <a:latin typeface="Arial"/>
                        <a:ea typeface="Arial"/>
                        <a:cs typeface="Arial"/>
                        <a:sym typeface="Arial"/>
                      </a:endParaRPr>
                    </a:p>
                  </a:txBody>
                  <a:tcPr marT="45725" marB="45725" marR="91450" marL="91450">
                    <a:lnL cap="flat" cmpd="sng" w="12225">
                      <a:solidFill>
                        <a:srgbClr val="C00000"/>
                      </a:solidFill>
                      <a:prstDash val="solid"/>
                      <a:round/>
                      <a:headEnd len="sm" w="sm" type="none"/>
                      <a:tailEnd len="sm" w="sm" type="none"/>
                    </a:lnL>
                    <a:lnR cap="flat" cmpd="sng" w="12225">
                      <a:solidFill>
                        <a:srgbClr val="C00000"/>
                      </a:solidFill>
                      <a:prstDash val="solid"/>
                      <a:round/>
                      <a:headEnd len="sm" w="sm" type="none"/>
                      <a:tailEnd len="sm" w="sm" type="none"/>
                    </a:lnR>
                    <a:lnT cap="flat" cmpd="sng" w="12225">
                      <a:solidFill>
                        <a:srgbClr val="C00000"/>
                      </a:solidFill>
                      <a:prstDash val="solid"/>
                      <a:round/>
                      <a:headEnd len="sm" w="sm" type="none"/>
                      <a:tailEnd len="sm" w="sm" type="none"/>
                    </a:lnT>
                    <a:lnB cap="flat" cmpd="sng" w="12225">
                      <a:solidFill>
                        <a:srgbClr val="C00000"/>
                      </a:solidFill>
                      <a:prstDash val="solid"/>
                      <a:round/>
                      <a:headEnd len="sm" w="sm" type="none"/>
                      <a:tailEnd len="sm" w="sm" type="none"/>
                    </a:lnB>
                    <a:solidFill>
                      <a:srgbClr val="E3E3E5"/>
                    </a:solidFill>
                  </a:tcPr>
                </a:tc>
              </a:tr>
              <a:tr h="387725">
                <a:tc>
                  <a:txBody>
                    <a:bodyPr/>
                    <a:lstStyle/>
                    <a:p>
                      <a:pPr indent="0" lvl="0" marL="0" marR="0" rtl="0" algn="l">
                        <a:lnSpc>
                          <a:spcPct val="100000"/>
                        </a:lnSpc>
                        <a:spcBef>
                          <a:spcPts val="0"/>
                        </a:spcBef>
                        <a:spcAft>
                          <a:spcPts val="0"/>
                        </a:spcAft>
                        <a:buNone/>
                      </a:pPr>
                      <a:r>
                        <a:rPr b="0" lang="en-US" sz="1400" u="none" cap="none" strike="noStrike">
                          <a:solidFill>
                            <a:schemeClr val="dk2"/>
                          </a:solidFill>
                          <a:latin typeface="Arial"/>
                          <a:ea typeface="Arial"/>
                          <a:cs typeface="Arial"/>
                          <a:sym typeface="Arial"/>
                        </a:rPr>
                        <a:t>System</a:t>
                      </a:r>
                      <a:endParaRPr b="0" sz="1400" u="none" cap="none" strike="noStrike">
                        <a:solidFill>
                          <a:srgbClr val="000000"/>
                        </a:solidFill>
                        <a:latin typeface="Arial"/>
                        <a:ea typeface="Arial"/>
                        <a:cs typeface="Arial"/>
                        <a:sym typeface="Arial"/>
                      </a:endParaRPr>
                    </a:p>
                  </a:txBody>
                  <a:tcPr marT="45725" marB="45725" marR="91450" marL="91450">
                    <a:lnL cap="flat" cmpd="sng" w="12225">
                      <a:solidFill>
                        <a:srgbClr val="C00000"/>
                      </a:solidFill>
                      <a:prstDash val="solid"/>
                      <a:round/>
                      <a:headEnd len="sm" w="sm" type="none"/>
                      <a:tailEnd len="sm" w="sm" type="none"/>
                    </a:lnL>
                    <a:lnR cap="flat" cmpd="sng" w="12225">
                      <a:solidFill>
                        <a:srgbClr val="C00000"/>
                      </a:solidFill>
                      <a:prstDash val="solid"/>
                      <a:round/>
                      <a:headEnd len="sm" w="sm" type="none"/>
                      <a:tailEnd len="sm" w="sm" type="none"/>
                    </a:lnR>
                    <a:lnT cap="flat" cmpd="sng" w="12225">
                      <a:solidFill>
                        <a:srgbClr val="C00000"/>
                      </a:solidFill>
                      <a:prstDash val="solid"/>
                      <a:round/>
                      <a:headEnd len="sm" w="sm" type="none"/>
                      <a:tailEnd len="sm" w="sm" type="none"/>
                    </a:lnT>
                    <a:lnB cap="flat" cmpd="sng" w="12225">
                      <a:solidFill>
                        <a:srgbClr val="C00000"/>
                      </a:solidFill>
                      <a:prstDash val="solid"/>
                      <a:round/>
                      <a:headEnd len="sm" w="sm" type="none"/>
                      <a:tailEnd len="sm" w="sm" type="none"/>
                    </a:lnB>
                    <a:solidFill>
                      <a:srgbClr val="F2F2F2"/>
                    </a:solidFill>
                  </a:tcPr>
                </a:tc>
                <a:tc>
                  <a:txBody>
                    <a:bodyPr/>
                    <a:lstStyle/>
                    <a:p>
                      <a:pPr indent="0" lvl="0" marL="0" marR="0" rtl="0" algn="r">
                        <a:lnSpc>
                          <a:spcPct val="100000"/>
                        </a:lnSpc>
                        <a:spcBef>
                          <a:spcPts val="0"/>
                        </a:spcBef>
                        <a:spcAft>
                          <a:spcPts val="0"/>
                        </a:spcAft>
                        <a:buNone/>
                      </a:pPr>
                      <a:r>
                        <a:rPr b="1" lang="en-US" sz="1400" u="none" cap="none" strike="noStrike">
                          <a:solidFill>
                            <a:srgbClr val="BD3808"/>
                          </a:solidFill>
                          <a:latin typeface="Arial"/>
                          <a:ea typeface="Arial"/>
                          <a:cs typeface="Arial"/>
                          <a:sym typeface="Arial"/>
                        </a:rPr>
                        <a:t>6.6</a:t>
                      </a:r>
                      <a:endParaRPr b="0" sz="1400" u="none" cap="none" strike="noStrike">
                        <a:solidFill>
                          <a:srgbClr val="000000"/>
                        </a:solidFill>
                        <a:latin typeface="Arial"/>
                        <a:ea typeface="Arial"/>
                        <a:cs typeface="Arial"/>
                        <a:sym typeface="Arial"/>
                      </a:endParaRPr>
                    </a:p>
                  </a:txBody>
                  <a:tcPr marT="45725" marB="45725" marR="91450" marL="91450">
                    <a:lnL cap="flat" cmpd="sng" w="12225">
                      <a:solidFill>
                        <a:srgbClr val="C00000"/>
                      </a:solidFill>
                      <a:prstDash val="solid"/>
                      <a:round/>
                      <a:headEnd len="sm" w="sm" type="none"/>
                      <a:tailEnd len="sm" w="sm" type="none"/>
                    </a:lnL>
                    <a:lnR cap="flat" cmpd="sng" w="12225">
                      <a:solidFill>
                        <a:srgbClr val="C00000"/>
                      </a:solidFill>
                      <a:prstDash val="solid"/>
                      <a:round/>
                      <a:headEnd len="sm" w="sm" type="none"/>
                      <a:tailEnd len="sm" w="sm" type="none"/>
                    </a:lnR>
                    <a:lnT cap="flat" cmpd="sng" w="12225">
                      <a:solidFill>
                        <a:srgbClr val="C00000"/>
                      </a:solidFill>
                      <a:prstDash val="solid"/>
                      <a:round/>
                      <a:headEnd len="sm" w="sm" type="none"/>
                      <a:tailEnd len="sm" w="sm" type="none"/>
                    </a:lnT>
                    <a:lnB cap="flat" cmpd="sng" w="12225">
                      <a:solidFill>
                        <a:srgbClr val="C00000"/>
                      </a:solidFill>
                      <a:prstDash val="solid"/>
                      <a:round/>
                      <a:headEnd len="sm" w="sm" type="none"/>
                      <a:tailEnd len="sm" w="sm" type="none"/>
                    </a:lnB>
                    <a:solidFill>
                      <a:srgbClr val="F2F2F2"/>
                    </a:solidFill>
                  </a:tcPr>
                </a:tc>
              </a:tr>
              <a:tr h="387725">
                <a:tc>
                  <a:txBody>
                    <a:bodyPr/>
                    <a:lstStyle/>
                    <a:p>
                      <a:pPr indent="0" lvl="0" marL="0" marR="0" rtl="0" algn="l">
                        <a:lnSpc>
                          <a:spcPct val="100000"/>
                        </a:lnSpc>
                        <a:spcBef>
                          <a:spcPts val="0"/>
                        </a:spcBef>
                        <a:spcAft>
                          <a:spcPts val="0"/>
                        </a:spcAft>
                        <a:buNone/>
                      </a:pPr>
                      <a:r>
                        <a:rPr b="0" lang="en-US" sz="1400" u="none" cap="none" strike="noStrike">
                          <a:solidFill>
                            <a:schemeClr val="dk2"/>
                          </a:solidFill>
                          <a:latin typeface="Arial"/>
                          <a:ea typeface="Arial"/>
                          <a:cs typeface="Arial"/>
                          <a:sym typeface="Arial"/>
                        </a:rPr>
                        <a:t>Software</a:t>
                      </a:r>
                      <a:endParaRPr b="0" sz="1400" u="none" cap="none" strike="noStrike">
                        <a:solidFill>
                          <a:srgbClr val="000000"/>
                        </a:solidFill>
                        <a:latin typeface="Arial"/>
                        <a:ea typeface="Arial"/>
                        <a:cs typeface="Arial"/>
                        <a:sym typeface="Arial"/>
                      </a:endParaRPr>
                    </a:p>
                  </a:txBody>
                  <a:tcPr marT="45725" marB="45725" marR="91450" marL="91450">
                    <a:lnL cap="flat" cmpd="sng" w="12225">
                      <a:solidFill>
                        <a:srgbClr val="C00000"/>
                      </a:solidFill>
                      <a:prstDash val="solid"/>
                      <a:round/>
                      <a:headEnd len="sm" w="sm" type="none"/>
                      <a:tailEnd len="sm" w="sm" type="none"/>
                    </a:lnL>
                    <a:lnR cap="flat" cmpd="sng" w="12225">
                      <a:solidFill>
                        <a:srgbClr val="C00000"/>
                      </a:solidFill>
                      <a:prstDash val="solid"/>
                      <a:round/>
                      <a:headEnd len="sm" w="sm" type="none"/>
                      <a:tailEnd len="sm" w="sm" type="none"/>
                    </a:lnR>
                    <a:lnT cap="flat" cmpd="sng" w="12225">
                      <a:solidFill>
                        <a:srgbClr val="C00000"/>
                      </a:solidFill>
                      <a:prstDash val="solid"/>
                      <a:round/>
                      <a:headEnd len="sm" w="sm" type="none"/>
                      <a:tailEnd len="sm" w="sm" type="none"/>
                    </a:lnT>
                    <a:lnB cap="flat" cmpd="sng" w="12225">
                      <a:solidFill>
                        <a:srgbClr val="C00000"/>
                      </a:solidFill>
                      <a:prstDash val="solid"/>
                      <a:round/>
                      <a:headEnd len="sm" w="sm" type="none"/>
                      <a:tailEnd len="sm" w="sm" type="none"/>
                    </a:lnB>
                    <a:solidFill>
                      <a:srgbClr val="E3E3E5"/>
                    </a:solidFill>
                  </a:tcPr>
                </a:tc>
                <a:tc>
                  <a:txBody>
                    <a:bodyPr/>
                    <a:lstStyle/>
                    <a:p>
                      <a:pPr indent="0" lvl="0" marL="0" marR="0" rtl="0" algn="r">
                        <a:lnSpc>
                          <a:spcPct val="100000"/>
                        </a:lnSpc>
                        <a:spcBef>
                          <a:spcPts val="0"/>
                        </a:spcBef>
                        <a:spcAft>
                          <a:spcPts val="0"/>
                        </a:spcAft>
                        <a:buNone/>
                      </a:pPr>
                      <a:r>
                        <a:rPr b="0" lang="en-US" sz="1400" u="none" cap="none" strike="noStrike">
                          <a:solidFill>
                            <a:schemeClr val="dk2"/>
                          </a:solidFill>
                          <a:latin typeface="Arial"/>
                          <a:ea typeface="Arial"/>
                          <a:cs typeface="Arial"/>
                          <a:sym typeface="Arial"/>
                        </a:rPr>
                        <a:t>5.2</a:t>
                      </a:r>
                      <a:endParaRPr b="0" sz="1400" u="none" cap="none" strike="noStrike">
                        <a:solidFill>
                          <a:srgbClr val="000000"/>
                        </a:solidFill>
                        <a:latin typeface="Arial"/>
                        <a:ea typeface="Arial"/>
                        <a:cs typeface="Arial"/>
                        <a:sym typeface="Arial"/>
                      </a:endParaRPr>
                    </a:p>
                  </a:txBody>
                  <a:tcPr marT="45725" marB="45725" marR="91450" marL="91450">
                    <a:lnL cap="flat" cmpd="sng" w="12225">
                      <a:solidFill>
                        <a:srgbClr val="C00000"/>
                      </a:solidFill>
                      <a:prstDash val="solid"/>
                      <a:round/>
                      <a:headEnd len="sm" w="sm" type="none"/>
                      <a:tailEnd len="sm" w="sm" type="none"/>
                    </a:lnL>
                    <a:lnR cap="flat" cmpd="sng" w="12225">
                      <a:solidFill>
                        <a:srgbClr val="C00000"/>
                      </a:solidFill>
                      <a:prstDash val="solid"/>
                      <a:round/>
                      <a:headEnd len="sm" w="sm" type="none"/>
                      <a:tailEnd len="sm" w="sm" type="none"/>
                    </a:lnR>
                    <a:lnT cap="flat" cmpd="sng" w="12225">
                      <a:solidFill>
                        <a:srgbClr val="C00000"/>
                      </a:solidFill>
                      <a:prstDash val="solid"/>
                      <a:round/>
                      <a:headEnd len="sm" w="sm" type="none"/>
                      <a:tailEnd len="sm" w="sm" type="none"/>
                    </a:lnT>
                    <a:lnB cap="flat" cmpd="sng" w="12225">
                      <a:solidFill>
                        <a:srgbClr val="C00000"/>
                      </a:solidFill>
                      <a:prstDash val="solid"/>
                      <a:round/>
                      <a:headEnd len="sm" w="sm" type="none"/>
                      <a:tailEnd len="sm" w="sm" type="none"/>
                    </a:lnB>
                    <a:solidFill>
                      <a:srgbClr val="E3E3E5"/>
                    </a:solidFill>
                  </a:tcPr>
                </a:tc>
              </a:tr>
              <a:tr h="387725">
                <a:tc>
                  <a:txBody>
                    <a:bodyPr/>
                    <a:lstStyle/>
                    <a:p>
                      <a:pPr indent="0" lvl="0" marL="0" marR="0" rtl="0" algn="l">
                        <a:lnSpc>
                          <a:spcPct val="100000"/>
                        </a:lnSpc>
                        <a:spcBef>
                          <a:spcPts val="0"/>
                        </a:spcBef>
                        <a:spcAft>
                          <a:spcPts val="0"/>
                        </a:spcAft>
                        <a:buNone/>
                      </a:pPr>
                      <a:r>
                        <a:rPr b="0" lang="en-US" sz="1400" u="none" cap="none" strike="noStrike">
                          <a:solidFill>
                            <a:schemeClr val="dk2"/>
                          </a:solidFill>
                          <a:latin typeface="Arial"/>
                          <a:ea typeface="Arial"/>
                          <a:cs typeface="Arial"/>
                          <a:sym typeface="Arial"/>
                        </a:rPr>
                        <a:t>Login Access</a:t>
                      </a:r>
                      <a:endParaRPr b="0" sz="1400" u="none" cap="none" strike="noStrike">
                        <a:solidFill>
                          <a:srgbClr val="000000"/>
                        </a:solidFill>
                        <a:latin typeface="Arial"/>
                        <a:ea typeface="Arial"/>
                        <a:cs typeface="Arial"/>
                        <a:sym typeface="Arial"/>
                      </a:endParaRPr>
                    </a:p>
                  </a:txBody>
                  <a:tcPr marT="45725" marB="45725" marR="91450" marL="91450">
                    <a:lnL cap="flat" cmpd="sng" w="12225">
                      <a:solidFill>
                        <a:srgbClr val="C00000"/>
                      </a:solidFill>
                      <a:prstDash val="solid"/>
                      <a:round/>
                      <a:headEnd len="sm" w="sm" type="none"/>
                      <a:tailEnd len="sm" w="sm" type="none"/>
                    </a:lnL>
                    <a:lnR cap="flat" cmpd="sng" w="12225">
                      <a:solidFill>
                        <a:srgbClr val="C00000"/>
                      </a:solidFill>
                      <a:prstDash val="solid"/>
                      <a:round/>
                      <a:headEnd len="sm" w="sm" type="none"/>
                      <a:tailEnd len="sm" w="sm" type="none"/>
                    </a:lnR>
                    <a:lnT cap="flat" cmpd="sng" w="12225">
                      <a:solidFill>
                        <a:srgbClr val="C00000"/>
                      </a:solidFill>
                      <a:prstDash val="solid"/>
                      <a:round/>
                      <a:headEnd len="sm" w="sm" type="none"/>
                      <a:tailEnd len="sm" w="sm" type="none"/>
                    </a:lnT>
                    <a:lnB cap="flat" cmpd="sng" w="12225">
                      <a:solidFill>
                        <a:srgbClr val="C00000"/>
                      </a:solidFill>
                      <a:prstDash val="solid"/>
                      <a:round/>
                      <a:headEnd len="sm" w="sm" type="none"/>
                      <a:tailEnd len="sm" w="sm" type="none"/>
                    </a:lnB>
                    <a:solidFill>
                      <a:srgbClr val="F2F2F2"/>
                    </a:solidFill>
                  </a:tcPr>
                </a:tc>
                <a:tc>
                  <a:txBody>
                    <a:bodyPr/>
                    <a:lstStyle/>
                    <a:p>
                      <a:pPr indent="0" lvl="0" marL="0" marR="0" rtl="0" algn="r">
                        <a:lnSpc>
                          <a:spcPct val="100000"/>
                        </a:lnSpc>
                        <a:spcBef>
                          <a:spcPts val="0"/>
                        </a:spcBef>
                        <a:spcAft>
                          <a:spcPts val="0"/>
                        </a:spcAft>
                        <a:buNone/>
                      </a:pPr>
                      <a:r>
                        <a:rPr b="0" lang="en-US" sz="1400" u="none" cap="none" strike="noStrike">
                          <a:solidFill>
                            <a:srgbClr val="0099A5"/>
                          </a:solidFill>
                          <a:latin typeface="Arial"/>
                          <a:ea typeface="Arial"/>
                          <a:cs typeface="Arial"/>
                          <a:sym typeface="Arial"/>
                        </a:rPr>
                        <a:t>0.3</a:t>
                      </a:r>
                      <a:endParaRPr b="0" sz="1400" u="none" cap="none" strike="noStrike">
                        <a:solidFill>
                          <a:srgbClr val="000000"/>
                        </a:solidFill>
                        <a:latin typeface="Arial"/>
                        <a:ea typeface="Arial"/>
                        <a:cs typeface="Arial"/>
                        <a:sym typeface="Arial"/>
                      </a:endParaRPr>
                    </a:p>
                  </a:txBody>
                  <a:tcPr marT="45725" marB="45725" marR="91450" marL="91450">
                    <a:lnL cap="flat" cmpd="sng" w="12225">
                      <a:solidFill>
                        <a:srgbClr val="C00000"/>
                      </a:solidFill>
                      <a:prstDash val="solid"/>
                      <a:round/>
                      <a:headEnd len="sm" w="sm" type="none"/>
                      <a:tailEnd len="sm" w="sm" type="none"/>
                    </a:lnL>
                    <a:lnR cap="flat" cmpd="sng" w="12225">
                      <a:solidFill>
                        <a:srgbClr val="C00000"/>
                      </a:solidFill>
                      <a:prstDash val="solid"/>
                      <a:round/>
                      <a:headEnd len="sm" w="sm" type="none"/>
                      <a:tailEnd len="sm" w="sm" type="none"/>
                    </a:lnR>
                    <a:lnT cap="flat" cmpd="sng" w="12225">
                      <a:solidFill>
                        <a:srgbClr val="C00000"/>
                      </a:solidFill>
                      <a:prstDash val="solid"/>
                      <a:round/>
                      <a:headEnd len="sm" w="sm" type="none"/>
                      <a:tailEnd len="sm" w="sm" type="none"/>
                    </a:lnT>
                    <a:lnB cap="flat" cmpd="sng" w="12225">
                      <a:solidFill>
                        <a:srgbClr val="C00000"/>
                      </a:solidFill>
                      <a:prstDash val="solid"/>
                      <a:round/>
                      <a:headEnd len="sm" w="sm" type="none"/>
                      <a:tailEnd len="sm" w="sm" type="none"/>
                    </a:lnB>
                    <a:solidFill>
                      <a:srgbClr val="F2F2F2"/>
                    </a:solidFill>
                  </a:tcPr>
                </a:tc>
              </a:tr>
            </a:tbl>
          </a:graphicData>
        </a:graphic>
      </p:graphicFrame>
      <p:sp>
        <p:nvSpPr>
          <p:cNvPr id="97" name="Google Shape;97;p10"/>
          <p:cNvSpPr/>
          <p:nvPr/>
        </p:nvSpPr>
        <p:spPr>
          <a:xfrm>
            <a:off x="1116720" y="3934080"/>
            <a:ext cx="6900840" cy="396000"/>
          </a:xfrm>
          <a:prstGeom prst="rect">
            <a:avLst/>
          </a:prstGeom>
          <a:noFill/>
          <a:ln>
            <a:noFill/>
          </a:ln>
        </p:spPr>
        <p:txBody>
          <a:bodyPr anchorCtr="0" anchor="t" bIns="45700" lIns="91425" spcFirstLastPara="1" rIns="91425" wrap="square" tIns="45700">
            <a:noAutofit/>
          </a:bodyPr>
          <a:lstStyle/>
          <a:p>
            <a:pPr indent="-260440" lvl="0" marL="285840" marR="0" rtl="0" algn="l">
              <a:lnSpc>
                <a:spcPct val="100000"/>
              </a:lnSpc>
              <a:spcBef>
                <a:spcPts val="0"/>
              </a:spcBef>
              <a:spcAft>
                <a:spcPts val="0"/>
              </a:spcAft>
              <a:buClr>
                <a:schemeClr val="dk1"/>
              </a:buClr>
              <a:buSzPts val="1600"/>
              <a:buFont typeface="Noto Sans Symbols"/>
              <a:buChar char="✔"/>
            </a:pPr>
            <a:r>
              <a:rPr b="0" i="0" lang="en-US" sz="1600" u="none" cap="none" strike="noStrike">
                <a:solidFill>
                  <a:schemeClr val="dk1"/>
                </a:solidFill>
                <a:latin typeface="Times New Roman"/>
                <a:ea typeface="Times New Roman"/>
                <a:cs typeface="Times New Roman"/>
                <a:sym typeface="Times New Roman"/>
              </a:rPr>
              <a:t>Hardware and System categories are operational bottlenecks.</a:t>
            </a:r>
            <a:endParaRPr b="0" i="0" sz="1600" u="none" cap="none" strike="noStrike">
              <a:solidFill>
                <a:schemeClr val="dk1"/>
              </a:solidFill>
              <a:latin typeface="Arial"/>
              <a:ea typeface="Arial"/>
              <a:cs typeface="Arial"/>
              <a:sym typeface="Arial"/>
            </a:endParaRPr>
          </a:p>
        </p:txBody>
      </p:sp>
      <p:pic>
        <p:nvPicPr>
          <p:cNvPr id="98" name="Google Shape;98;p10" title="Chart"/>
          <p:cNvPicPr preferRelativeResize="0"/>
          <p:nvPr/>
        </p:nvPicPr>
        <p:blipFill>
          <a:blip r:embed="rId3">
            <a:alphaModFix/>
          </a:blip>
          <a:stretch>
            <a:fillRect/>
          </a:stretch>
        </p:blipFill>
        <p:spPr>
          <a:xfrm>
            <a:off x="152400" y="1241380"/>
            <a:ext cx="4022399" cy="2476636"/>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 name="Shape 102"/>
        <p:cNvGrpSpPr/>
        <p:nvPr/>
      </p:nvGrpSpPr>
      <p:grpSpPr>
        <a:xfrm>
          <a:off x="0" y="0"/>
          <a:ext cx="0" cy="0"/>
          <a:chOff x="0" y="0"/>
          <a:chExt cx="0" cy="0"/>
        </a:xfrm>
      </p:grpSpPr>
      <p:sp>
        <p:nvSpPr>
          <p:cNvPr id="103" name="Google Shape;103;p11"/>
          <p:cNvSpPr/>
          <p:nvPr/>
        </p:nvSpPr>
        <p:spPr>
          <a:xfrm>
            <a:off x="545400" y="241550"/>
            <a:ext cx="6930300" cy="6396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None/>
            </a:pPr>
            <a:r>
              <a:rPr b="1" lang="en-US" sz="3000">
                <a:solidFill>
                  <a:srgbClr val="FFFFFF"/>
                </a:solidFill>
                <a:latin typeface="Times New Roman"/>
                <a:ea typeface="Times New Roman"/>
                <a:cs typeface="Times New Roman"/>
                <a:sym typeface="Times New Roman"/>
              </a:rPr>
              <a:t>Resolution Time over Request Category</a:t>
            </a:r>
            <a:endParaRPr b="1" i="0" sz="3000" u="none" cap="none" strike="noStrike">
              <a:solidFill>
                <a:srgbClr val="FFFFFF"/>
              </a:solidFill>
              <a:latin typeface="Times New Roman"/>
              <a:ea typeface="Times New Roman"/>
              <a:cs typeface="Times New Roman"/>
              <a:sym typeface="Times New Roman"/>
            </a:endParaRPr>
          </a:p>
        </p:txBody>
      </p:sp>
      <p:sp>
        <p:nvSpPr>
          <p:cNvPr id="104" name="Google Shape;104;p11"/>
          <p:cNvSpPr/>
          <p:nvPr/>
        </p:nvSpPr>
        <p:spPr>
          <a:xfrm>
            <a:off x="4272150" y="1614450"/>
            <a:ext cx="4076100" cy="1914600"/>
          </a:xfrm>
          <a:prstGeom prst="rect">
            <a:avLst/>
          </a:prstGeom>
          <a:noFill/>
          <a:ln>
            <a:noFill/>
          </a:ln>
        </p:spPr>
        <p:txBody>
          <a:bodyPr anchorCtr="0" anchor="t" bIns="45700" lIns="91425" spcFirstLastPara="1" rIns="91425" wrap="square" tIns="45700">
            <a:noAutofit/>
          </a:bodyPr>
          <a:lstStyle/>
          <a:p>
            <a:pPr indent="-260440" lvl="0" marL="285840" marR="0" rtl="0" algn="l">
              <a:lnSpc>
                <a:spcPct val="100000"/>
              </a:lnSpc>
              <a:spcBef>
                <a:spcPts val="0"/>
              </a:spcBef>
              <a:spcAft>
                <a:spcPts val="0"/>
              </a:spcAft>
              <a:buClr>
                <a:schemeClr val="dk1"/>
              </a:buClr>
              <a:buSzPts val="1600"/>
              <a:buFont typeface="Noto Sans Symbols"/>
              <a:buChar char="✔"/>
            </a:pPr>
            <a:r>
              <a:rPr lang="en-US" sz="1600">
                <a:solidFill>
                  <a:schemeClr val="dk1"/>
                </a:solidFill>
                <a:latin typeface="Times New Roman"/>
                <a:ea typeface="Times New Roman"/>
                <a:cs typeface="Times New Roman"/>
                <a:sym typeface="Times New Roman"/>
              </a:rPr>
              <a:t>Hardware and Software has higher resolution time as </a:t>
            </a:r>
            <a:r>
              <a:rPr lang="en-US" sz="1600">
                <a:solidFill>
                  <a:schemeClr val="dk1"/>
                </a:solidFill>
                <a:latin typeface="Times New Roman"/>
                <a:ea typeface="Times New Roman"/>
                <a:cs typeface="Times New Roman"/>
                <a:sym typeface="Times New Roman"/>
              </a:rPr>
              <a:t>compared</a:t>
            </a:r>
            <a:r>
              <a:rPr lang="en-US" sz="1600">
                <a:solidFill>
                  <a:schemeClr val="dk1"/>
                </a:solidFill>
                <a:latin typeface="Times New Roman"/>
                <a:ea typeface="Times New Roman"/>
                <a:cs typeface="Times New Roman"/>
                <a:sym typeface="Times New Roman"/>
              </a:rPr>
              <a:t> to overall average resolution time.</a:t>
            </a:r>
            <a:endParaRPr sz="1600">
              <a:solidFill>
                <a:schemeClr val="dk1"/>
              </a:solidFill>
              <a:latin typeface="Times New Roman"/>
              <a:ea typeface="Times New Roman"/>
              <a:cs typeface="Times New Roman"/>
              <a:sym typeface="Times New Roman"/>
            </a:endParaRPr>
          </a:p>
          <a:p>
            <a:pPr indent="0" lvl="0" marL="457200" marR="0" rtl="0" algn="l">
              <a:lnSpc>
                <a:spcPct val="100000"/>
              </a:lnSpc>
              <a:spcBef>
                <a:spcPts val="0"/>
              </a:spcBef>
              <a:spcAft>
                <a:spcPts val="0"/>
              </a:spcAft>
              <a:buNone/>
            </a:pPr>
            <a:r>
              <a:t/>
            </a:r>
            <a:endParaRPr sz="1600">
              <a:solidFill>
                <a:schemeClr val="dk1"/>
              </a:solidFill>
              <a:latin typeface="Times New Roman"/>
              <a:ea typeface="Times New Roman"/>
              <a:cs typeface="Times New Roman"/>
              <a:sym typeface="Times New Roman"/>
            </a:endParaRPr>
          </a:p>
          <a:p>
            <a:pPr indent="-260440" lvl="0" marL="285840" marR="0" rtl="0" algn="l">
              <a:lnSpc>
                <a:spcPct val="100000"/>
              </a:lnSpc>
              <a:spcBef>
                <a:spcPts val="0"/>
              </a:spcBef>
              <a:spcAft>
                <a:spcPts val="0"/>
              </a:spcAft>
              <a:buClr>
                <a:schemeClr val="dk1"/>
              </a:buClr>
              <a:buSzPts val="1600"/>
              <a:buFont typeface="Times New Roman"/>
              <a:buChar char="✔"/>
            </a:pPr>
            <a:r>
              <a:rPr lang="en-US" sz="1600">
                <a:solidFill>
                  <a:schemeClr val="dk1"/>
                </a:solidFill>
                <a:latin typeface="Times New Roman"/>
                <a:ea typeface="Times New Roman"/>
                <a:cs typeface="Times New Roman"/>
                <a:sym typeface="Times New Roman"/>
              </a:rPr>
              <a:t>However, the “Login Access” issues are resolved </a:t>
            </a:r>
            <a:r>
              <a:rPr lang="en-US" sz="1600">
                <a:solidFill>
                  <a:schemeClr val="dk1"/>
                </a:solidFill>
                <a:latin typeface="Times New Roman"/>
                <a:ea typeface="Times New Roman"/>
                <a:cs typeface="Times New Roman"/>
                <a:sym typeface="Times New Roman"/>
              </a:rPr>
              <a:t>quickly</a:t>
            </a:r>
            <a:r>
              <a:rPr lang="en-US" sz="1600">
                <a:solidFill>
                  <a:schemeClr val="dk1"/>
                </a:solidFill>
                <a:latin typeface="Times New Roman"/>
                <a:ea typeface="Times New Roman"/>
                <a:cs typeface="Times New Roman"/>
                <a:sym typeface="Times New Roman"/>
              </a:rPr>
              <a:t> almost within same day.</a:t>
            </a:r>
            <a:endParaRPr sz="1600">
              <a:solidFill>
                <a:schemeClr val="dk1"/>
              </a:solidFill>
              <a:latin typeface="Times New Roman"/>
              <a:ea typeface="Times New Roman"/>
              <a:cs typeface="Times New Roman"/>
              <a:sym typeface="Times New Roman"/>
            </a:endParaRPr>
          </a:p>
        </p:txBody>
      </p:sp>
      <p:pic>
        <p:nvPicPr>
          <p:cNvPr id="105" name="Google Shape;105;p11" title="Chart"/>
          <p:cNvPicPr preferRelativeResize="0"/>
          <p:nvPr/>
        </p:nvPicPr>
        <p:blipFill>
          <a:blip r:embed="rId3">
            <a:alphaModFix/>
          </a:blip>
          <a:stretch>
            <a:fillRect/>
          </a:stretch>
        </p:blipFill>
        <p:spPr>
          <a:xfrm>
            <a:off x="175475" y="1316360"/>
            <a:ext cx="4022399" cy="2510797"/>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12"/>
          <p:cNvSpPr/>
          <p:nvPr/>
        </p:nvSpPr>
        <p:spPr>
          <a:xfrm>
            <a:off x="545400" y="241560"/>
            <a:ext cx="6643440" cy="63972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None/>
            </a:pPr>
            <a:r>
              <a:rPr b="1" i="0" lang="en-US" sz="3000" u="none" cap="none" strike="noStrike">
                <a:solidFill>
                  <a:schemeClr val="dk1"/>
                </a:solidFill>
                <a:latin typeface="Times New Roman"/>
                <a:ea typeface="Times New Roman"/>
                <a:cs typeface="Times New Roman"/>
                <a:sym typeface="Times New Roman"/>
              </a:rPr>
              <a:t>Ticket Distribution Over Issue Type </a:t>
            </a:r>
            <a:endParaRPr b="0" i="0" sz="3000" u="none" cap="none" strike="noStrike">
              <a:solidFill>
                <a:srgbClr val="FFFFFF"/>
              </a:solidFill>
              <a:latin typeface="Arial"/>
              <a:ea typeface="Arial"/>
              <a:cs typeface="Arial"/>
              <a:sym typeface="Arial"/>
            </a:endParaRPr>
          </a:p>
        </p:txBody>
      </p:sp>
      <p:pic>
        <p:nvPicPr>
          <p:cNvPr id="111" name="Google Shape;111;p12" title="Chart"/>
          <p:cNvPicPr preferRelativeResize="0"/>
          <p:nvPr/>
        </p:nvPicPr>
        <p:blipFill>
          <a:blip r:embed="rId3">
            <a:alphaModFix/>
          </a:blip>
          <a:stretch>
            <a:fillRect/>
          </a:stretch>
        </p:blipFill>
        <p:spPr>
          <a:xfrm>
            <a:off x="1980025" y="999000"/>
            <a:ext cx="5183950" cy="3023975"/>
          </a:xfrm>
          <a:prstGeom prst="rect">
            <a:avLst/>
          </a:prstGeom>
          <a:noFill/>
          <a:ln>
            <a:noFill/>
          </a:ln>
        </p:spPr>
      </p:pic>
      <p:sp>
        <p:nvSpPr>
          <p:cNvPr id="112" name="Google Shape;112;p12"/>
          <p:cNvSpPr/>
          <p:nvPr/>
        </p:nvSpPr>
        <p:spPr>
          <a:xfrm>
            <a:off x="595651" y="4280850"/>
            <a:ext cx="7689000" cy="396000"/>
          </a:xfrm>
          <a:prstGeom prst="rect">
            <a:avLst/>
          </a:prstGeom>
          <a:noFill/>
          <a:ln>
            <a:noFill/>
          </a:ln>
        </p:spPr>
        <p:txBody>
          <a:bodyPr anchorCtr="0" anchor="t" bIns="45700" lIns="91425" spcFirstLastPara="1" rIns="91425" wrap="square" tIns="45700">
            <a:noAutofit/>
          </a:bodyPr>
          <a:lstStyle/>
          <a:p>
            <a:pPr indent="-330200" lvl="0" marL="457200" rtl="0" algn="ctr">
              <a:spcBef>
                <a:spcPts val="0"/>
              </a:spcBef>
              <a:spcAft>
                <a:spcPts val="0"/>
              </a:spcAft>
              <a:buClr>
                <a:schemeClr val="accent5"/>
              </a:buClr>
              <a:buSzPts val="1600"/>
              <a:buFont typeface="Times New Roman"/>
              <a:buChar char="✔"/>
            </a:pPr>
            <a:r>
              <a:rPr lang="en-US" sz="1600">
                <a:solidFill>
                  <a:schemeClr val="dk1"/>
                </a:solidFill>
                <a:latin typeface="Times New Roman"/>
                <a:ea typeface="Times New Roman"/>
                <a:cs typeface="Times New Roman"/>
                <a:sym typeface="Times New Roman"/>
              </a:rPr>
              <a:t>Almost more than 75% tickets were from IT Request probably consisting of Hardware and Software issues which are major bottlenecks.</a:t>
            </a:r>
            <a:endParaRPr sz="1600">
              <a:solidFill>
                <a:schemeClr val="accent5"/>
              </a:solidFill>
              <a:latin typeface="Times New Roman"/>
              <a:ea typeface="Times New Roman"/>
              <a:cs typeface="Times New Roman"/>
              <a:sym typeface="Times New Roman"/>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6" name="Shape 116"/>
        <p:cNvGrpSpPr/>
        <p:nvPr/>
      </p:nvGrpSpPr>
      <p:grpSpPr>
        <a:xfrm>
          <a:off x="0" y="0"/>
          <a:ext cx="0" cy="0"/>
          <a:chOff x="0" y="0"/>
          <a:chExt cx="0" cy="0"/>
        </a:xfrm>
      </p:grpSpPr>
      <p:sp>
        <p:nvSpPr>
          <p:cNvPr id="117" name="Google Shape;117;p13"/>
          <p:cNvSpPr/>
          <p:nvPr/>
        </p:nvSpPr>
        <p:spPr>
          <a:xfrm>
            <a:off x="545400" y="241560"/>
            <a:ext cx="6643440" cy="63972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None/>
            </a:pPr>
            <a:r>
              <a:rPr b="1" i="0" lang="en-US" sz="3000" u="none" cap="none" strike="noStrike">
                <a:solidFill>
                  <a:schemeClr val="dk1"/>
                </a:solidFill>
                <a:latin typeface="Times New Roman"/>
                <a:ea typeface="Times New Roman"/>
                <a:cs typeface="Times New Roman"/>
                <a:sym typeface="Times New Roman"/>
              </a:rPr>
              <a:t>Severity Analysis</a:t>
            </a:r>
            <a:endParaRPr b="0" i="0" sz="3000" u="none" cap="none" strike="noStrike">
              <a:solidFill>
                <a:srgbClr val="FFFFFF"/>
              </a:solidFill>
              <a:latin typeface="Arial"/>
              <a:ea typeface="Arial"/>
              <a:cs typeface="Arial"/>
              <a:sym typeface="Arial"/>
            </a:endParaRPr>
          </a:p>
        </p:txBody>
      </p:sp>
      <p:sp>
        <p:nvSpPr>
          <p:cNvPr id="118" name="Google Shape;118;p13"/>
          <p:cNvSpPr/>
          <p:nvPr/>
        </p:nvSpPr>
        <p:spPr>
          <a:xfrm>
            <a:off x="684095" y="3660165"/>
            <a:ext cx="6900900" cy="700800"/>
          </a:xfrm>
          <a:prstGeom prst="rect">
            <a:avLst/>
          </a:prstGeom>
          <a:noFill/>
          <a:ln>
            <a:noFill/>
          </a:ln>
        </p:spPr>
        <p:txBody>
          <a:bodyPr anchorCtr="0" anchor="t" bIns="45700" lIns="91425" spcFirstLastPara="1" rIns="91425" wrap="square" tIns="45700">
            <a:noAutofit/>
          </a:bodyPr>
          <a:lstStyle/>
          <a:p>
            <a:pPr indent="-330200" lvl="0" marL="457200" rtl="0" algn="l">
              <a:spcBef>
                <a:spcPts val="0"/>
              </a:spcBef>
              <a:spcAft>
                <a:spcPts val="0"/>
              </a:spcAft>
              <a:buClr>
                <a:schemeClr val="accent5"/>
              </a:buClr>
              <a:buSzPts val="1600"/>
              <a:buFont typeface="Times New Roman"/>
              <a:buChar char="✔"/>
            </a:pPr>
            <a:r>
              <a:rPr lang="en-US" sz="1600">
                <a:solidFill>
                  <a:schemeClr val="dk1"/>
                </a:solidFill>
                <a:latin typeface="Times New Roman"/>
                <a:ea typeface="Times New Roman"/>
                <a:cs typeface="Times New Roman"/>
                <a:sym typeface="Times New Roman"/>
              </a:rPr>
              <a:t>Urgent tickets are resolved faster, showing effective prioritization.</a:t>
            </a:r>
            <a:endParaRPr sz="1600">
              <a:solidFill>
                <a:schemeClr val="dk1"/>
              </a:solidFill>
              <a:latin typeface="Times New Roman"/>
              <a:ea typeface="Times New Roman"/>
              <a:cs typeface="Times New Roman"/>
              <a:sym typeface="Times New Roman"/>
            </a:endParaRPr>
          </a:p>
          <a:p>
            <a:pPr indent="-330200" lvl="0" marL="457200" rtl="0" algn="l">
              <a:spcBef>
                <a:spcPts val="0"/>
              </a:spcBef>
              <a:spcAft>
                <a:spcPts val="0"/>
              </a:spcAft>
              <a:buClr>
                <a:schemeClr val="dk1"/>
              </a:buClr>
              <a:buSzPts val="1600"/>
              <a:buFont typeface="Times New Roman"/>
              <a:buChar char="✔"/>
            </a:pPr>
            <a:r>
              <a:rPr lang="en-US" sz="1600">
                <a:solidFill>
                  <a:schemeClr val="dk1"/>
                </a:solidFill>
                <a:latin typeface="Times New Roman"/>
                <a:ea typeface="Times New Roman"/>
                <a:cs typeface="Times New Roman"/>
                <a:sym typeface="Times New Roman"/>
              </a:rPr>
              <a:t>Ticket distribution based on severity is uneven. Most of the tickets are marked as Normal which has the highest average resolution time. </a:t>
            </a:r>
            <a:endParaRPr sz="1600">
              <a:solidFill>
                <a:schemeClr val="dk1"/>
              </a:solidFill>
              <a:latin typeface="Times New Roman"/>
              <a:ea typeface="Times New Roman"/>
              <a:cs typeface="Times New Roman"/>
              <a:sym typeface="Times New Roman"/>
            </a:endParaRPr>
          </a:p>
        </p:txBody>
      </p:sp>
      <p:pic>
        <p:nvPicPr>
          <p:cNvPr id="119" name="Google Shape;119;p13" title="Chart"/>
          <p:cNvPicPr preferRelativeResize="0"/>
          <p:nvPr/>
        </p:nvPicPr>
        <p:blipFill>
          <a:blip r:embed="rId3">
            <a:alphaModFix/>
          </a:blip>
          <a:stretch>
            <a:fillRect/>
          </a:stretch>
        </p:blipFill>
        <p:spPr>
          <a:xfrm>
            <a:off x="4844839" y="1033676"/>
            <a:ext cx="3938999" cy="2297750"/>
          </a:xfrm>
          <a:prstGeom prst="rect">
            <a:avLst/>
          </a:prstGeom>
          <a:noFill/>
          <a:ln>
            <a:noFill/>
          </a:ln>
        </p:spPr>
      </p:pic>
      <p:pic>
        <p:nvPicPr>
          <p:cNvPr id="120" name="Google Shape;120;p13" title="Chart"/>
          <p:cNvPicPr preferRelativeResize="0"/>
          <p:nvPr/>
        </p:nvPicPr>
        <p:blipFill>
          <a:blip r:embed="rId4">
            <a:alphaModFix/>
          </a:blip>
          <a:stretch>
            <a:fillRect/>
          </a:stretch>
        </p:blipFill>
        <p:spPr>
          <a:xfrm>
            <a:off x="684088" y="1033680"/>
            <a:ext cx="3938999" cy="2297750"/>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4"/>
          <p:cNvSpPr/>
          <p:nvPr/>
        </p:nvSpPr>
        <p:spPr>
          <a:xfrm>
            <a:off x="649400" y="1580700"/>
            <a:ext cx="3647700" cy="1982100"/>
          </a:xfrm>
          <a:prstGeom prst="rect">
            <a:avLst/>
          </a:prstGeom>
          <a:noFill/>
          <a:ln>
            <a:noFill/>
          </a:ln>
        </p:spPr>
        <p:txBody>
          <a:bodyPr anchorCtr="0" anchor="t" bIns="45700" lIns="91425" spcFirstLastPara="1" rIns="91425" wrap="square" tIns="45700">
            <a:noAutofit/>
          </a:bodyPr>
          <a:lstStyle/>
          <a:p>
            <a:pPr indent="-330200" lvl="0" marL="457200" rtl="0" algn="l">
              <a:spcBef>
                <a:spcPts val="0"/>
              </a:spcBef>
              <a:spcAft>
                <a:spcPts val="0"/>
              </a:spcAft>
              <a:buClr>
                <a:schemeClr val="dk1"/>
              </a:buClr>
              <a:buSzPts val="1600"/>
              <a:buFont typeface="Times New Roman"/>
              <a:buChar char="✔"/>
            </a:pPr>
            <a:r>
              <a:rPr lang="en-US" sz="1600">
                <a:solidFill>
                  <a:schemeClr val="dk1"/>
                </a:solidFill>
                <a:latin typeface="Times New Roman"/>
                <a:ea typeface="Times New Roman"/>
                <a:cs typeface="Times New Roman"/>
                <a:sym typeface="Times New Roman"/>
              </a:rPr>
              <a:t>The chart clearly demonstrates the steadiness of the satisfaction </a:t>
            </a:r>
            <a:r>
              <a:rPr lang="en-US" sz="1600">
                <a:solidFill>
                  <a:schemeClr val="dk1"/>
                </a:solidFill>
                <a:latin typeface="Times New Roman"/>
                <a:ea typeface="Times New Roman"/>
                <a:cs typeface="Times New Roman"/>
                <a:sym typeface="Times New Roman"/>
              </a:rPr>
              <a:t>level over the years which is around 4.1 .</a:t>
            </a:r>
            <a:endParaRPr sz="1600">
              <a:solidFill>
                <a:schemeClr val="dk1"/>
              </a:solidFill>
              <a:latin typeface="Times New Roman"/>
              <a:ea typeface="Times New Roman"/>
              <a:cs typeface="Times New Roman"/>
              <a:sym typeface="Times New Roman"/>
            </a:endParaRPr>
          </a:p>
          <a:p>
            <a:pPr indent="0" lvl="0" marL="457200" rtl="0" algn="l">
              <a:spcBef>
                <a:spcPts val="0"/>
              </a:spcBef>
              <a:spcAft>
                <a:spcPts val="0"/>
              </a:spcAft>
              <a:buNone/>
            </a:pPr>
            <a:r>
              <a:t/>
            </a:r>
            <a:endParaRPr sz="1600">
              <a:solidFill>
                <a:schemeClr val="dk1"/>
              </a:solidFill>
              <a:latin typeface="Times New Roman"/>
              <a:ea typeface="Times New Roman"/>
              <a:cs typeface="Times New Roman"/>
              <a:sym typeface="Times New Roman"/>
            </a:endParaRPr>
          </a:p>
          <a:p>
            <a:pPr indent="-330200" lvl="0" marL="457200" rtl="0" algn="l">
              <a:spcBef>
                <a:spcPts val="0"/>
              </a:spcBef>
              <a:spcAft>
                <a:spcPts val="0"/>
              </a:spcAft>
              <a:buClr>
                <a:schemeClr val="dk1"/>
              </a:buClr>
              <a:buSzPts val="1600"/>
              <a:buFont typeface="Times New Roman"/>
              <a:buChar char="✔"/>
            </a:pPr>
            <a:r>
              <a:rPr lang="en-US" sz="1600">
                <a:solidFill>
                  <a:schemeClr val="dk1"/>
                </a:solidFill>
                <a:latin typeface="Times New Roman"/>
                <a:ea typeface="Times New Roman"/>
                <a:cs typeface="Times New Roman"/>
                <a:sym typeface="Times New Roman"/>
              </a:rPr>
              <a:t>This indicates that requesters are satisfied with the services which IT support team provides. </a:t>
            </a:r>
            <a:endParaRPr sz="1600">
              <a:solidFill>
                <a:schemeClr val="dk1"/>
              </a:solidFill>
              <a:latin typeface="Times New Roman"/>
              <a:ea typeface="Times New Roman"/>
              <a:cs typeface="Times New Roman"/>
              <a:sym typeface="Times New Roman"/>
            </a:endParaRPr>
          </a:p>
        </p:txBody>
      </p:sp>
      <p:sp>
        <p:nvSpPr>
          <p:cNvPr id="126" name="Google Shape;126;p14"/>
          <p:cNvSpPr/>
          <p:nvPr/>
        </p:nvSpPr>
        <p:spPr>
          <a:xfrm>
            <a:off x="545400" y="241560"/>
            <a:ext cx="6643500" cy="6396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None/>
            </a:pPr>
            <a:r>
              <a:rPr b="1" lang="en-US" sz="3000">
                <a:solidFill>
                  <a:schemeClr val="dk1"/>
                </a:solidFill>
                <a:latin typeface="Times New Roman"/>
                <a:ea typeface="Times New Roman"/>
                <a:cs typeface="Times New Roman"/>
                <a:sym typeface="Times New Roman"/>
              </a:rPr>
              <a:t>Satisfaction Rate over Time</a:t>
            </a:r>
            <a:endParaRPr b="0" i="0" sz="3000" u="none" cap="none" strike="noStrike">
              <a:solidFill>
                <a:srgbClr val="FFFFFF"/>
              </a:solidFill>
              <a:latin typeface="Arial"/>
              <a:ea typeface="Arial"/>
              <a:cs typeface="Arial"/>
              <a:sym typeface="Arial"/>
            </a:endParaRPr>
          </a:p>
        </p:txBody>
      </p:sp>
      <p:pic>
        <p:nvPicPr>
          <p:cNvPr id="127" name="Google Shape;127;p14" title="Chart"/>
          <p:cNvPicPr preferRelativeResize="0"/>
          <p:nvPr/>
        </p:nvPicPr>
        <p:blipFill>
          <a:blip r:embed="rId3">
            <a:alphaModFix/>
          </a:blip>
          <a:stretch>
            <a:fillRect/>
          </a:stretch>
        </p:blipFill>
        <p:spPr>
          <a:xfrm>
            <a:off x="4434800" y="1474150"/>
            <a:ext cx="3763199" cy="2195200"/>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5"/>
          <p:cNvSpPr/>
          <p:nvPr/>
        </p:nvSpPr>
        <p:spPr>
          <a:xfrm>
            <a:off x="545400" y="241560"/>
            <a:ext cx="6643440" cy="63972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None/>
            </a:pPr>
            <a:r>
              <a:rPr b="1" i="0" lang="en-US" sz="3000" u="none" cap="none" strike="noStrike">
                <a:solidFill>
                  <a:schemeClr val="dk1"/>
                </a:solidFill>
                <a:latin typeface="Times New Roman"/>
                <a:ea typeface="Times New Roman"/>
                <a:cs typeface="Times New Roman"/>
                <a:sym typeface="Times New Roman"/>
              </a:rPr>
              <a:t>Customer Satisfaction Analysis</a:t>
            </a:r>
            <a:endParaRPr b="0" i="0" sz="3000" u="none" cap="none" strike="noStrike">
              <a:solidFill>
                <a:srgbClr val="FFFFFF"/>
              </a:solidFill>
              <a:latin typeface="Arial"/>
              <a:ea typeface="Arial"/>
              <a:cs typeface="Arial"/>
              <a:sym typeface="Arial"/>
            </a:endParaRPr>
          </a:p>
        </p:txBody>
      </p:sp>
      <p:pic>
        <p:nvPicPr>
          <p:cNvPr descr="A graph with blue dots&#10;&#10;AI-generated content may be incorrect." id="133" name="Google Shape;133;p15"/>
          <p:cNvPicPr preferRelativeResize="0"/>
          <p:nvPr/>
        </p:nvPicPr>
        <p:blipFill rotWithShape="1">
          <a:blip r:embed="rId3">
            <a:alphaModFix/>
          </a:blip>
          <a:srcRect b="0" l="0" r="0" t="0"/>
          <a:stretch/>
        </p:blipFill>
        <p:spPr>
          <a:xfrm>
            <a:off x="235440" y="886680"/>
            <a:ext cx="3913560" cy="3044520"/>
          </a:xfrm>
          <a:prstGeom prst="rect">
            <a:avLst/>
          </a:prstGeom>
          <a:noFill/>
          <a:ln>
            <a:noFill/>
          </a:ln>
        </p:spPr>
      </p:pic>
      <p:pic>
        <p:nvPicPr>
          <p:cNvPr id="134" name="Google Shape;134;p15"/>
          <p:cNvPicPr preferRelativeResize="0"/>
          <p:nvPr/>
        </p:nvPicPr>
        <p:blipFill rotWithShape="1">
          <a:blip r:embed="rId4">
            <a:alphaModFix/>
          </a:blip>
          <a:srcRect b="0" l="0" r="0" t="0"/>
          <a:stretch/>
        </p:blipFill>
        <p:spPr>
          <a:xfrm>
            <a:off x="4334760" y="887760"/>
            <a:ext cx="3912840" cy="1899720"/>
          </a:xfrm>
          <a:prstGeom prst="rect">
            <a:avLst/>
          </a:prstGeom>
          <a:noFill/>
          <a:ln>
            <a:noFill/>
          </a:ln>
        </p:spPr>
      </p:pic>
      <p:sp>
        <p:nvSpPr>
          <p:cNvPr id="135" name="Google Shape;135;p15"/>
          <p:cNvSpPr/>
          <p:nvPr/>
        </p:nvSpPr>
        <p:spPr>
          <a:xfrm>
            <a:off x="4335480" y="3409200"/>
            <a:ext cx="3418920" cy="51804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None/>
            </a:pPr>
            <a:r>
              <a:rPr b="0" i="0" lang="en-US" sz="1400" u="none" cap="none" strike="noStrike">
                <a:solidFill>
                  <a:schemeClr val="accent5"/>
                </a:solidFill>
                <a:latin typeface="Times New Roman"/>
                <a:ea typeface="Times New Roman"/>
                <a:cs typeface="Times New Roman"/>
                <a:sym typeface="Times New Roman"/>
              </a:rPr>
              <a:t>Faster resolution does not always guarantee higher satisfaction.</a:t>
            </a:r>
            <a:endParaRPr b="0" i="0" sz="1400" u="none" cap="none" strike="noStrike">
              <a:solidFill>
                <a:srgbClr val="FFFFFF"/>
              </a:solidFill>
              <a:latin typeface="Arial"/>
              <a:ea typeface="Arial"/>
              <a:cs typeface="Arial"/>
              <a:sym typeface="Arial"/>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 name="Shape 139"/>
        <p:cNvGrpSpPr/>
        <p:nvPr/>
      </p:nvGrpSpPr>
      <p:grpSpPr>
        <a:xfrm>
          <a:off x="0" y="0"/>
          <a:ext cx="0" cy="0"/>
          <a:chOff x="0" y="0"/>
          <a:chExt cx="0" cy="0"/>
        </a:xfrm>
      </p:grpSpPr>
      <p:sp>
        <p:nvSpPr>
          <p:cNvPr id="140" name="Google Shape;140;p16"/>
          <p:cNvSpPr/>
          <p:nvPr/>
        </p:nvSpPr>
        <p:spPr>
          <a:xfrm>
            <a:off x="545400" y="241560"/>
            <a:ext cx="6643440" cy="63972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None/>
            </a:pPr>
            <a:r>
              <a:rPr b="1" i="0" lang="en-US" sz="3000" u="none" cap="none" strike="noStrike">
                <a:solidFill>
                  <a:schemeClr val="dk1"/>
                </a:solidFill>
                <a:latin typeface="Times New Roman"/>
                <a:ea typeface="Times New Roman"/>
                <a:cs typeface="Times New Roman"/>
                <a:sym typeface="Times New Roman"/>
              </a:rPr>
              <a:t>Agent Performance Analysis</a:t>
            </a:r>
            <a:endParaRPr b="0" i="0" sz="3000" u="none" cap="none" strike="noStrike">
              <a:solidFill>
                <a:srgbClr val="FFFFFF"/>
              </a:solidFill>
              <a:latin typeface="Arial"/>
              <a:ea typeface="Arial"/>
              <a:cs typeface="Arial"/>
              <a:sym typeface="Arial"/>
            </a:endParaRPr>
          </a:p>
        </p:txBody>
      </p:sp>
      <p:pic>
        <p:nvPicPr>
          <p:cNvPr id="141" name="Google Shape;141;p16" title="Chart"/>
          <p:cNvPicPr preferRelativeResize="0"/>
          <p:nvPr/>
        </p:nvPicPr>
        <p:blipFill>
          <a:blip r:embed="rId3">
            <a:alphaModFix/>
          </a:blip>
          <a:stretch>
            <a:fillRect/>
          </a:stretch>
        </p:blipFill>
        <p:spPr>
          <a:xfrm>
            <a:off x="152400" y="1033680"/>
            <a:ext cx="8609887" cy="3957420"/>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5" name="Shape 145"/>
        <p:cNvGrpSpPr/>
        <p:nvPr/>
      </p:nvGrpSpPr>
      <p:grpSpPr>
        <a:xfrm>
          <a:off x="0" y="0"/>
          <a:ext cx="0" cy="0"/>
          <a:chOff x="0" y="0"/>
          <a:chExt cx="0" cy="0"/>
        </a:xfrm>
      </p:grpSpPr>
      <p:sp>
        <p:nvSpPr>
          <p:cNvPr id="146" name="Google Shape;146;p17"/>
          <p:cNvSpPr/>
          <p:nvPr/>
        </p:nvSpPr>
        <p:spPr>
          <a:xfrm>
            <a:off x="372025" y="235775"/>
            <a:ext cx="7837500" cy="6396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None/>
            </a:pPr>
            <a:r>
              <a:rPr b="1" lang="en-US" sz="3000">
                <a:solidFill>
                  <a:schemeClr val="dk1"/>
                </a:solidFill>
                <a:latin typeface="Times New Roman"/>
                <a:ea typeface="Times New Roman"/>
                <a:cs typeface="Times New Roman"/>
                <a:sym typeface="Times New Roman"/>
              </a:rPr>
              <a:t>Performance Analysis on Agent’s Age Group</a:t>
            </a:r>
            <a:endParaRPr b="0" i="0" sz="3000" u="none" cap="none" strike="noStrike">
              <a:solidFill>
                <a:srgbClr val="FFFFFF"/>
              </a:solidFill>
              <a:latin typeface="Arial"/>
              <a:ea typeface="Arial"/>
              <a:cs typeface="Arial"/>
              <a:sym typeface="Arial"/>
            </a:endParaRPr>
          </a:p>
        </p:txBody>
      </p:sp>
      <p:pic>
        <p:nvPicPr>
          <p:cNvPr id="147" name="Google Shape;147;p17" title="Chart"/>
          <p:cNvPicPr preferRelativeResize="0"/>
          <p:nvPr/>
        </p:nvPicPr>
        <p:blipFill>
          <a:blip r:embed="rId3">
            <a:alphaModFix/>
          </a:blip>
          <a:stretch>
            <a:fillRect/>
          </a:stretch>
        </p:blipFill>
        <p:spPr>
          <a:xfrm>
            <a:off x="4487824" y="1912053"/>
            <a:ext cx="4252475" cy="2480597"/>
          </a:xfrm>
          <a:prstGeom prst="rect">
            <a:avLst/>
          </a:prstGeom>
          <a:noFill/>
          <a:ln>
            <a:noFill/>
          </a:ln>
        </p:spPr>
      </p:pic>
      <p:sp>
        <p:nvSpPr>
          <p:cNvPr id="148" name="Google Shape;148;p17"/>
          <p:cNvSpPr/>
          <p:nvPr/>
        </p:nvSpPr>
        <p:spPr>
          <a:xfrm>
            <a:off x="372025" y="1314600"/>
            <a:ext cx="3711300" cy="1982100"/>
          </a:xfrm>
          <a:prstGeom prst="rect">
            <a:avLst/>
          </a:prstGeom>
          <a:noFill/>
          <a:ln>
            <a:noFill/>
          </a:ln>
        </p:spPr>
        <p:txBody>
          <a:bodyPr anchorCtr="0" anchor="t" bIns="45700" lIns="91425" spcFirstLastPara="1" rIns="91425" wrap="square" tIns="45700">
            <a:noAutofit/>
          </a:bodyPr>
          <a:lstStyle/>
          <a:p>
            <a:pPr indent="-330200" lvl="0" marL="457200" rtl="0" algn="l">
              <a:spcBef>
                <a:spcPts val="0"/>
              </a:spcBef>
              <a:spcAft>
                <a:spcPts val="0"/>
              </a:spcAft>
              <a:buClr>
                <a:schemeClr val="dk1"/>
              </a:buClr>
              <a:buSzPts val="1600"/>
              <a:buFont typeface="Times New Roman"/>
              <a:buChar char="✔"/>
            </a:pPr>
            <a:r>
              <a:rPr lang="en-US" sz="1600">
                <a:solidFill>
                  <a:schemeClr val="dk1"/>
                </a:solidFill>
                <a:latin typeface="Times New Roman"/>
                <a:ea typeface="Times New Roman"/>
                <a:cs typeface="Times New Roman"/>
                <a:sym typeface="Times New Roman"/>
              </a:rPr>
              <a:t>Average satisfaction rate for all age groups are almost equal.</a:t>
            </a:r>
            <a:endParaRPr sz="1600">
              <a:solidFill>
                <a:schemeClr val="dk1"/>
              </a:solidFill>
              <a:latin typeface="Times New Roman"/>
              <a:ea typeface="Times New Roman"/>
              <a:cs typeface="Times New Roman"/>
              <a:sym typeface="Times New Roman"/>
            </a:endParaRPr>
          </a:p>
          <a:p>
            <a:pPr indent="0" lvl="0" marL="457200" rtl="0" algn="l">
              <a:spcBef>
                <a:spcPts val="0"/>
              </a:spcBef>
              <a:spcAft>
                <a:spcPts val="0"/>
              </a:spcAft>
              <a:buNone/>
            </a:pPr>
            <a:r>
              <a:t/>
            </a:r>
            <a:endParaRPr sz="1600">
              <a:solidFill>
                <a:schemeClr val="dk1"/>
              </a:solidFill>
              <a:latin typeface="Times New Roman"/>
              <a:ea typeface="Times New Roman"/>
              <a:cs typeface="Times New Roman"/>
              <a:sym typeface="Times New Roman"/>
            </a:endParaRPr>
          </a:p>
          <a:p>
            <a:pPr indent="-330200" lvl="0" marL="457200" rtl="0" algn="l">
              <a:spcBef>
                <a:spcPts val="0"/>
              </a:spcBef>
              <a:spcAft>
                <a:spcPts val="0"/>
              </a:spcAft>
              <a:buClr>
                <a:schemeClr val="dk1"/>
              </a:buClr>
              <a:buSzPts val="1600"/>
              <a:buFont typeface="Times New Roman"/>
              <a:buChar char="✔"/>
            </a:pPr>
            <a:r>
              <a:rPr lang="en-US" sz="1600">
                <a:solidFill>
                  <a:schemeClr val="dk1"/>
                </a:solidFill>
                <a:latin typeface="Times New Roman"/>
                <a:ea typeface="Times New Roman"/>
                <a:cs typeface="Times New Roman"/>
                <a:sym typeface="Times New Roman"/>
              </a:rPr>
              <a:t>Most senior agents (50+) has lowest average resolution time </a:t>
            </a:r>
            <a:r>
              <a:rPr lang="en-US" sz="1600">
                <a:solidFill>
                  <a:schemeClr val="dk1"/>
                </a:solidFill>
                <a:latin typeface="Times New Roman"/>
                <a:ea typeface="Times New Roman"/>
                <a:cs typeface="Times New Roman"/>
                <a:sym typeface="Times New Roman"/>
              </a:rPr>
              <a:t>roughly</a:t>
            </a:r>
            <a:r>
              <a:rPr lang="en-US" sz="1600">
                <a:solidFill>
                  <a:schemeClr val="dk1"/>
                </a:solidFill>
                <a:latin typeface="Times New Roman"/>
                <a:ea typeface="Times New Roman"/>
                <a:cs typeface="Times New Roman"/>
                <a:sym typeface="Times New Roman"/>
              </a:rPr>
              <a:t> around 4.1 days.</a:t>
            </a:r>
            <a:endParaRPr sz="1600">
              <a:solidFill>
                <a:schemeClr val="dk1"/>
              </a:solidFill>
              <a:latin typeface="Times New Roman"/>
              <a:ea typeface="Times New Roman"/>
              <a:cs typeface="Times New Roman"/>
              <a:sym typeface="Times New Roman"/>
            </a:endParaRPr>
          </a:p>
          <a:p>
            <a:pPr indent="0" lvl="0" marL="457200" rtl="0" algn="l">
              <a:spcBef>
                <a:spcPts val="0"/>
              </a:spcBef>
              <a:spcAft>
                <a:spcPts val="0"/>
              </a:spcAft>
              <a:buNone/>
            </a:pPr>
            <a:r>
              <a:t/>
            </a:r>
            <a:endParaRPr sz="1600">
              <a:solidFill>
                <a:schemeClr val="dk1"/>
              </a:solidFill>
              <a:latin typeface="Times New Roman"/>
              <a:ea typeface="Times New Roman"/>
              <a:cs typeface="Times New Roman"/>
              <a:sym typeface="Times New Roman"/>
            </a:endParaRPr>
          </a:p>
          <a:p>
            <a:pPr indent="-330200" lvl="0" marL="457200" rtl="0" algn="l">
              <a:spcBef>
                <a:spcPts val="0"/>
              </a:spcBef>
              <a:spcAft>
                <a:spcPts val="0"/>
              </a:spcAft>
              <a:buClr>
                <a:schemeClr val="dk1"/>
              </a:buClr>
              <a:buSzPts val="1600"/>
              <a:buFont typeface="Times New Roman"/>
              <a:buChar char="✔"/>
            </a:pPr>
            <a:r>
              <a:rPr lang="en-US" sz="1600">
                <a:solidFill>
                  <a:schemeClr val="dk1"/>
                </a:solidFill>
                <a:latin typeface="Times New Roman"/>
                <a:ea typeface="Times New Roman"/>
                <a:cs typeface="Times New Roman"/>
                <a:sym typeface="Times New Roman"/>
              </a:rPr>
              <a:t>Other age groups has higher resolution time about 4.5 days.</a:t>
            </a:r>
            <a:endParaRPr sz="1600">
              <a:solidFill>
                <a:schemeClr val="dk1"/>
              </a:solidFill>
              <a:latin typeface="Times New Roman"/>
              <a:ea typeface="Times New Roman"/>
              <a:cs typeface="Times New Roman"/>
              <a:sym typeface="Times New Roman"/>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2" name="Shape 152"/>
        <p:cNvGrpSpPr/>
        <p:nvPr/>
      </p:nvGrpSpPr>
      <p:grpSpPr>
        <a:xfrm>
          <a:off x="0" y="0"/>
          <a:ext cx="0" cy="0"/>
          <a:chOff x="0" y="0"/>
          <a:chExt cx="0" cy="0"/>
        </a:xfrm>
      </p:grpSpPr>
      <p:sp>
        <p:nvSpPr>
          <p:cNvPr id="153" name="Google Shape;153;p18"/>
          <p:cNvSpPr/>
          <p:nvPr/>
        </p:nvSpPr>
        <p:spPr>
          <a:xfrm>
            <a:off x="545400" y="241560"/>
            <a:ext cx="6643440" cy="48744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None/>
            </a:pPr>
            <a:r>
              <a:rPr b="1" i="0" lang="en-US" sz="2000" u="none" cap="none" strike="noStrike">
                <a:solidFill>
                  <a:schemeClr val="accent4"/>
                </a:solidFill>
                <a:latin typeface="Times New Roman"/>
                <a:ea typeface="Times New Roman"/>
                <a:cs typeface="Times New Roman"/>
                <a:sym typeface="Times New Roman"/>
              </a:rPr>
              <a:t>Insights</a:t>
            </a:r>
            <a:r>
              <a:rPr b="0" i="0" lang="en-US" sz="2000" u="none" cap="none" strike="noStrike">
                <a:solidFill>
                  <a:schemeClr val="accent4"/>
                </a:solidFill>
                <a:latin typeface="Times New Roman"/>
                <a:ea typeface="Times New Roman"/>
                <a:cs typeface="Times New Roman"/>
                <a:sym typeface="Times New Roman"/>
              </a:rPr>
              <a:t>:</a:t>
            </a:r>
            <a:endParaRPr b="0" i="0" sz="2000" u="none" cap="none" strike="noStrike">
              <a:solidFill>
                <a:srgbClr val="FFFFFF"/>
              </a:solidFill>
              <a:latin typeface="Arial"/>
              <a:ea typeface="Arial"/>
              <a:cs typeface="Arial"/>
              <a:sym typeface="Arial"/>
            </a:endParaRPr>
          </a:p>
        </p:txBody>
      </p:sp>
      <p:sp>
        <p:nvSpPr>
          <p:cNvPr id="154" name="Google Shape;154;p18"/>
          <p:cNvSpPr/>
          <p:nvPr/>
        </p:nvSpPr>
        <p:spPr>
          <a:xfrm>
            <a:off x="545760" y="728280"/>
            <a:ext cx="6644880" cy="731520"/>
          </a:xfrm>
          <a:prstGeom prst="rect">
            <a:avLst/>
          </a:prstGeom>
          <a:noFill/>
          <a:ln>
            <a:noFill/>
          </a:ln>
        </p:spPr>
        <p:txBody>
          <a:bodyPr anchorCtr="0" anchor="t" bIns="45700" lIns="91425" spcFirstLastPara="1" rIns="91425" wrap="square" tIns="45700">
            <a:noAutofit/>
          </a:bodyPr>
          <a:lstStyle/>
          <a:p>
            <a:pPr indent="-285840" lvl="0" marL="285840" marR="0" rtl="0" algn="l">
              <a:lnSpc>
                <a:spcPct val="100000"/>
              </a:lnSpc>
              <a:spcBef>
                <a:spcPts val="0"/>
              </a:spcBef>
              <a:spcAft>
                <a:spcPts val="0"/>
              </a:spcAft>
              <a:buClr>
                <a:schemeClr val="dk1"/>
              </a:buClr>
              <a:buSzPts val="1400"/>
              <a:buFont typeface="Arial"/>
              <a:buChar char="•"/>
            </a:pPr>
            <a:r>
              <a:rPr b="0" i="0" lang="en-US" sz="1400" u="none" cap="none" strike="noStrike">
                <a:solidFill>
                  <a:schemeClr val="dk1"/>
                </a:solidFill>
                <a:latin typeface="Times New Roman"/>
                <a:ea typeface="Times New Roman"/>
                <a:cs typeface="Times New Roman"/>
                <a:sym typeface="Times New Roman"/>
              </a:rPr>
              <a:t>Performance variation exists among agents</a:t>
            </a:r>
            <a:endParaRPr b="0" i="0" sz="1400" u="none" cap="none" strike="noStrike">
              <a:solidFill>
                <a:schemeClr val="dk1"/>
              </a:solidFill>
              <a:latin typeface="Arial"/>
              <a:ea typeface="Arial"/>
              <a:cs typeface="Arial"/>
              <a:sym typeface="Arial"/>
            </a:endParaRPr>
          </a:p>
          <a:p>
            <a:pPr indent="-285840" lvl="0" marL="285840" marR="0" rtl="0" algn="l">
              <a:lnSpc>
                <a:spcPct val="100000"/>
              </a:lnSpc>
              <a:spcBef>
                <a:spcPts val="0"/>
              </a:spcBef>
              <a:spcAft>
                <a:spcPts val="0"/>
              </a:spcAft>
              <a:buClr>
                <a:schemeClr val="dk1"/>
              </a:buClr>
              <a:buSzPts val="1400"/>
              <a:buFont typeface="Arial"/>
              <a:buChar char="•"/>
            </a:pPr>
            <a:r>
              <a:rPr b="0" i="0" lang="en-US" sz="1400" u="none" cap="none" strike="noStrike">
                <a:solidFill>
                  <a:schemeClr val="dk1"/>
                </a:solidFill>
                <a:latin typeface="Times New Roman"/>
                <a:ea typeface="Times New Roman"/>
                <a:cs typeface="Times New Roman"/>
                <a:sym typeface="Times New Roman"/>
              </a:rPr>
              <a:t>Some agents require targeted training</a:t>
            </a:r>
            <a:endParaRPr b="0" i="0" sz="1400" u="none" cap="none" strike="noStrike">
              <a:solidFill>
                <a:schemeClr val="dk1"/>
              </a:solidFill>
              <a:latin typeface="Arial"/>
              <a:ea typeface="Arial"/>
              <a:cs typeface="Arial"/>
              <a:sym typeface="Arial"/>
            </a:endParaRPr>
          </a:p>
          <a:p>
            <a:pPr indent="-285840" lvl="0" marL="285840" marR="0" rtl="0" algn="l">
              <a:lnSpc>
                <a:spcPct val="100000"/>
              </a:lnSpc>
              <a:spcBef>
                <a:spcPts val="0"/>
              </a:spcBef>
              <a:spcAft>
                <a:spcPts val="0"/>
              </a:spcAft>
              <a:buClr>
                <a:schemeClr val="dk1"/>
              </a:buClr>
              <a:buSzPts val="1400"/>
              <a:buFont typeface="Arial"/>
              <a:buChar char="•"/>
            </a:pPr>
            <a:r>
              <a:rPr b="0" i="0" lang="en-US" sz="1400" u="none" cap="none" strike="noStrike">
                <a:solidFill>
                  <a:schemeClr val="dk1"/>
                </a:solidFill>
                <a:latin typeface="Times New Roman"/>
                <a:ea typeface="Times New Roman"/>
                <a:cs typeface="Times New Roman"/>
                <a:sym typeface="Times New Roman"/>
              </a:rPr>
              <a:t>Workload distribution is uneven</a:t>
            </a:r>
            <a:endParaRPr b="0" i="0" sz="1400" u="none" cap="none" strike="noStrike">
              <a:solidFill>
                <a:schemeClr val="dk1"/>
              </a:solidFill>
              <a:latin typeface="Arial"/>
              <a:ea typeface="Arial"/>
              <a:cs typeface="Arial"/>
              <a:sym typeface="Arial"/>
            </a:endParaRPr>
          </a:p>
        </p:txBody>
      </p:sp>
      <p:sp>
        <p:nvSpPr>
          <p:cNvPr id="155" name="Google Shape;155;p18"/>
          <p:cNvSpPr/>
          <p:nvPr/>
        </p:nvSpPr>
        <p:spPr>
          <a:xfrm>
            <a:off x="5091125" y="1785450"/>
            <a:ext cx="3106800" cy="2439300"/>
          </a:xfrm>
          <a:prstGeom prst="rect">
            <a:avLst/>
          </a:prstGeom>
          <a:noFill/>
          <a:ln>
            <a:noFill/>
          </a:ln>
        </p:spPr>
        <p:txBody>
          <a:bodyPr anchorCtr="0" anchor="t" bIns="45700" lIns="91425" spcFirstLastPara="1" rIns="91425" wrap="square" tIns="45700">
            <a:noAutofit/>
          </a:bodyPr>
          <a:lstStyle/>
          <a:p>
            <a:pPr indent="-285840" lvl="0" marL="285840" marR="0" rtl="0" algn="l">
              <a:lnSpc>
                <a:spcPct val="100000"/>
              </a:lnSpc>
              <a:spcBef>
                <a:spcPts val="0"/>
              </a:spcBef>
              <a:spcAft>
                <a:spcPts val="0"/>
              </a:spcAft>
              <a:buClr>
                <a:schemeClr val="dk1"/>
              </a:buClr>
              <a:buSzPts val="1400"/>
              <a:buFont typeface="Arial"/>
              <a:buChar char="•"/>
            </a:pPr>
            <a:r>
              <a:rPr b="0" i="0" lang="en-US" sz="1400" u="none" cap="none" strike="noStrike">
                <a:solidFill>
                  <a:schemeClr val="dk1"/>
                </a:solidFill>
                <a:latin typeface="Times New Roman"/>
                <a:ea typeface="Times New Roman"/>
                <a:cs typeface="Times New Roman"/>
                <a:sym typeface="Times New Roman"/>
              </a:rPr>
              <a:t>These are some agents who requires training to improve their average resolution time.</a:t>
            </a:r>
            <a:endParaRPr b="0" i="0" sz="1400" u="none" cap="none" strike="noStrike">
              <a:solidFill>
                <a:schemeClr val="dk1"/>
              </a:solidFill>
              <a:latin typeface="Times New Roman"/>
              <a:ea typeface="Times New Roman"/>
              <a:cs typeface="Times New Roman"/>
              <a:sym typeface="Times New Roman"/>
            </a:endParaRPr>
          </a:p>
          <a:p>
            <a:pPr indent="0" lvl="0" marL="457200" marR="0" rtl="0" algn="l">
              <a:lnSpc>
                <a:spcPct val="100000"/>
              </a:lnSpc>
              <a:spcBef>
                <a:spcPts val="0"/>
              </a:spcBef>
              <a:spcAft>
                <a:spcPts val="0"/>
              </a:spcAft>
              <a:buNone/>
            </a:pPr>
            <a:r>
              <a:t/>
            </a:r>
            <a:endParaRPr>
              <a:solidFill>
                <a:schemeClr val="dk1"/>
              </a:solidFill>
              <a:latin typeface="Times New Roman"/>
              <a:ea typeface="Times New Roman"/>
              <a:cs typeface="Times New Roman"/>
              <a:sym typeface="Times New Roman"/>
            </a:endParaRPr>
          </a:p>
          <a:p>
            <a:pPr indent="-285840" lvl="0" marL="285840" marR="0" rtl="0" algn="l">
              <a:lnSpc>
                <a:spcPct val="100000"/>
              </a:lnSpc>
              <a:spcBef>
                <a:spcPts val="0"/>
              </a:spcBef>
              <a:spcAft>
                <a:spcPts val="0"/>
              </a:spcAft>
              <a:buClr>
                <a:schemeClr val="dk1"/>
              </a:buClr>
              <a:buSzPts val="1400"/>
              <a:buFont typeface="Arial"/>
              <a:buChar char="•"/>
            </a:pPr>
            <a:r>
              <a:rPr b="0" i="0" lang="en-US" sz="1400" u="none" cap="none" strike="noStrike">
                <a:solidFill>
                  <a:schemeClr val="dk1"/>
                </a:solidFill>
                <a:latin typeface="Times New Roman"/>
                <a:ea typeface="Times New Roman"/>
                <a:cs typeface="Times New Roman"/>
                <a:sym typeface="Times New Roman"/>
              </a:rPr>
              <a:t>The matrix shows the agents with average resolution time above the overall average and has less satisfaction rate that average satisfaction rate</a:t>
            </a:r>
            <a:endParaRPr b="0" i="0" sz="14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None/>
            </a:pPr>
            <a:r>
              <a:t/>
            </a:r>
            <a:endParaRPr b="0" i="0" sz="14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None/>
            </a:pPr>
            <a:r>
              <a:t/>
            </a:r>
            <a:endParaRPr b="0" i="0" sz="1400" u="none" cap="none" strike="noStrike">
              <a:solidFill>
                <a:schemeClr val="dk1"/>
              </a:solidFill>
              <a:latin typeface="Arial"/>
              <a:ea typeface="Arial"/>
              <a:cs typeface="Arial"/>
              <a:sym typeface="Arial"/>
            </a:endParaRPr>
          </a:p>
        </p:txBody>
      </p:sp>
      <p:pic>
        <p:nvPicPr>
          <p:cNvPr id="156" name="Google Shape;156;p18"/>
          <p:cNvPicPr preferRelativeResize="0"/>
          <p:nvPr/>
        </p:nvPicPr>
        <p:blipFill rotWithShape="1">
          <a:blip r:embed="rId3">
            <a:alphaModFix/>
          </a:blip>
          <a:srcRect b="0" l="0" r="0" t="0"/>
          <a:stretch/>
        </p:blipFill>
        <p:spPr>
          <a:xfrm>
            <a:off x="317174" y="1589760"/>
            <a:ext cx="4773961" cy="2830680"/>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0" name="Shape 160"/>
        <p:cNvGrpSpPr/>
        <p:nvPr/>
      </p:nvGrpSpPr>
      <p:grpSpPr>
        <a:xfrm>
          <a:off x="0" y="0"/>
          <a:ext cx="0" cy="0"/>
          <a:chOff x="0" y="0"/>
          <a:chExt cx="0" cy="0"/>
        </a:xfrm>
      </p:grpSpPr>
      <p:sp>
        <p:nvSpPr>
          <p:cNvPr id="161" name="Google Shape;161;p19"/>
          <p:cNvSpPr/>
          <p:nvPr/>
        </p:nvSpPr>
        <p:spPr>
          <a:xfrm>
            <a:off x="545400" y="241560"/>
            <a:ext cx="6643440" cy="63972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None/>
            </a:pPr>
            <a:r>
              <a:rPr b="1" i="0" lang="en-US" sz="3000" u="none" cap="none" strike="noStrike">
                <a:solidFill>
                  <a:schemeClr val="dk1"/>
                </a:solidFill>
                <a:latin typeface="Times New Roman"/>
                <a:ea typeface="Times New Roman"/>
                <a:cs typeface="Times New Roman"/>
                <a:sym typeface="Times New Roman"/>
              </a:rPr>
              <a:t>Operational Trends</a:t>
            </a:r>
            <a:endParaRPr b="0" i="0" sz="3000" u="none" cap="none" strike="noStrike">
              <a:solidFill>
                <a:srgbClr val="FFFFFF"/>
              </a:solidFill>
              <a:latin typeface="Arial"/>
              <a:ea typeface="Arial"/>
              <a:cs typeface="Arial"/>
              <a:sym typeface="Arial"/>
            </a:endParaRPr>
          </a:p>
        </p:txBody>
      </p:sp>
      <p:pic>
        <p:nvPicPr>
          <p:cNvPr descr="A graph of average resolution&#10;&#10;AI-generated content may be incorrect." id="162" name="Google Shape;162;p19"/>
          <p:cNvPicPr preferRelativeResize="0"/>
          <p:nvPr/>
        </p:nvPicPr>
        <p:blipFill rotWithShape="1">
          <a:blip r:embed="rId3">
            <a:alphaModFix/>
          </a:blip>
          <a:srcRect b="0" l="0" r="0" t="0"/>
          <a:stretch/>
        </p:blipFill>
        <p:spPr>
          <a:xfrm>
            <a:off x="2561040" y="2130130"/>
            <a:ext cx="4021920" cy="2669761"/>
          </a:xfrm>
          <a:prstGeom prst="rect">
            <a:avLst/>
          </a:prstGeom>
          <a:noFill/>
          <a:ln>
            <a:noFill/>
          </a:ln>
        </p:spPr>
      </p:pic>
      <p:sp>
        <p:nvSpPr>
          <p:cNvPr id="163" name="Google Shape;163;p19"/>
          <p:cNvSpPr/>
          <p:nvPr/>
        </p:nvSpPr>
        <p:spPr>
          <a:xfrm>
            <a:off x="541800" y="1064160"/>
            <a:ext cx="6759000" cy="106596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None/>
            </a:pPr>
            <a:r>
              <a:rPr b="0" i="0" lang="en-US" sz="1600" u="none" cap="none" strike="noStrike">
                <a:solidFill>
                  <a:schemeClr val="accent5"/>
                </a:solidFill>
                <a:latin typeface="Times New Roman"/>
                <a:ea typeface="Times New Roman"/>
                <a:cs typeface="Times New Roman"/>
                <a:sym typeface="Times New Roman"/>
              </a:rPr>
              <a:t>• Team performance remained stable under increasing workload</a:t>
            </a:r>
            <a:br>
              <a:rPr b="0" i="0" lang="en-US" sz="1600" u="none" cap="none" strike="noStrike">
                <a:latin typeface="Arial"/>
                <a:ea typeface="Arial"/>
                <a:cs typeface="Arial"/>
                <a:sym typeface="Arial"/>
              </a:rPr>
            </a:br>
            <a:r>
              <a:rPr b="0" i="0" lang="en-US" sz="1600" u="none" cap="none" strike="noStrike">
                <a:solidFill>
                  <a:schemeClr val="accent5"/>
                </a:solidFill>
                <a:latin typeface="Times New Roman"/>
                <a:ea typeface="Times New Roman"/>
                <a:cs typeface="Times New Roman"/>
                <a:sym typeface="Times New Roman"/>
              </a:rPr>
              <a:t>• Resolution time improvements are limited</a:t>
            </a:r>
            <a:br>
              <a:rPr b="0" i="0" lang="en-US" sz="1600" u="none" cap="none" strike="noStrike">
                <a:latin typeface="Arial"/>
                <a:ea typeface="Arial"/>
                <a:cs typeface="Arial"/>
                <a:sym typeface="Arial"/>
              </a:rPr>
            </a:br>
            <a:r>
              <a:rPr b="0" i="0" lang="en-US" sz="1600" u="none" cap="none" strike="noStrike">
                <a:solidFill>
                  <a:schemeClr val="accent5"/>
                </a:solidFill>
                <a:latin typeface="Times New Roman"/>
                <a:ea typeface="Times New Roman"/>
                <a:cs typeface="Times New Roman"/>
                <a:sym typeface="Times New Roman"/>
              </a:rPr>
              <a:t>• Operational pressure is increasing</a:t>
            </a:r>
            <a:endParaRPr b="0" i="0" sz="1600" u="none" cap="none" strike="noStrike">
              <a:solidFill>
                <a:srgbClr val="FFFFFF"/>
              </a:solidFill>
              <a:latin typeface="Arial"/>
              <a:ea typeface="Arial"/>
              <a:cs typeface="Arial"/>
              <a:sym typeface="Arial"/>
            </a:endParaRPr>
          </a:p>
          <a:p>
            <a:pPr indent="0" lvl="0" marL="0" marR="0" rtl="0" algn="ctr">
              <a:lnSpc>
                <a:spcPct val="100000"/>
              </a:lnSpc>
              <a:spcBef>
                <a:spcPts val="0"/>
              </a:spcBef>
              <a:spcAft>
                <a:spcPts val="0"/>
              </a:spcAft>
              <a:buNone/>
            </a:pPr>
            <a:r>
              <a:t/>
            </a:r>
            <a:endParaRPr b="0" i="0" sz="1600" u="none" cap="none" strike="noStrike">
              <a:solidFill>
                <a:srgbClr val="FFFFFF"/>
              </a:solidFill>
              <a:latin typeface="Arial"/>
              <a:ea typeface="Arial"/>
              <a:cs typeface="Arial"/>
              <a:sym typeface="Aria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7" name="Shape 167"/>
        <p:cNvGrpSpPr/>
        <p:nvPr/>
      </p:nvGrpSpPr>
      <p:grpSpPr>
        <a:xfrm>
          <a:off x="0" y="0"/>
          <a:ext cx="0" cy="0"/>
          <a:chOff x="0" y="0"/>
          <a:chExt cx="0" cy="0"/>
        </a:xfrm>
      </p:grpSpPr>
      <p:sp>
        <p:nvSpPr>
          <p:cNvPr id="168" name="Google Shape;168;p20"/>
          <p:cNvSpPr/>
          <p:nvPr/>
        </p:nvSpPr>
        <p:spPr>
          <a:xfrm>
            <a:off x="545400" y="241560"/>
            <a:ext cx="7796160" cy="63972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None/>
            </a:pPr>
            <a:r>
              <a:rPr b="1" i="0" lang="en-US" sz="3000" u="none" cap="none" strike="noStrike">
                <a:solidFill>
                  <a:schemeClr val="dk1"/>
                </a:solidFill>
                <a:latin typeface="Times New Roman"/>
                <a:ea typeface="Times New Roman"/>
                <a:cs typeface="Times New Roman"/>
                <a:sym typeface="Times New Roman"/>
              </a:rPr>
              <a:t>INVESTMENT DECISION ANALYSIS</a:t>
            </a:r>
            <a:endParaRPr b="0" i="0" sz="3000" u="none" cap="none" strike="noStrike">
              <a:solidFill>
                <a:srgbClr val="FFFFFF"/>
              </a:solidFill>
              <a:latin typeface="Arial"/>
              <a:ea typeface="Arial"/>
              <a:cs typeface="Arial"/>
              <a:sym typeface="Arial"/>
            </a:endParaRPr>
          </a:p>
        </p:txBody>
      </p:sp>
      <p:sp>
        <p:nvSpPr>
          <p:cNvPr id="169" name="Google Shape;169;p20"/>
          <p:cNvSpPr/>
          <p:nvPr/>
        </p:nvSpPr>
        <p:spPr>
          <a:xfrm>
            <a:off x="541800" y="1064160"/>
            <a:ext cx="6759000" cy="36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None/>
            </a:pPr>
            <a:r>
              <a:rPr b="0" i="0" lang="en-US" sz="1800" u="none" cap="none" strike="noStrike">
                <a:solidFill>
                  <a:schemeClr val="accent5"/>
                </a:solidFill>
                <a:latin typeface="Times New Roman"/>
                <a:ea typeface="Times New Roman"/>
                <a:cs typeface="Times New Roman"/>
                <a:sym typeface="Times New Roman"/>
              </a:rPr>
              <a:t>Where Should the Company Invest?</a:t>
            </a:r>
            <a:endParaRPr b="0" i="0" sz="1800" u="none" cap="none" strike="noStrike">
              <a:solidFill>
                <a:srgbClr val="FFFFFF"/>
              </a:solidFill>
              <a:latin typeface="Arial"/>
              <a:ea typeface="Arial"/>
              <a:cs typeface="Arial"/>
              <a:sym typeface="Arial"/>
            </a:endParaRPr>
          </a:p>
        </p:txBody>
      </p:sp>
      <p:graphicFrame>
        <p:nvGraphicFramePr>
          <p:cNvPr id="170" name="Google Shape;170;p20"/>
          <p:cNvGraphicFramePr/>
          <p:nvPr/>
        </p:nvGraphicFramePr>
        <p:xfrm>
          <a:off x="543600" y="1707840"/>
          <a:ext cx="3000000" cy="3000000"/>
        </p:xfrm>
        <a:graphic>
          <a:graphicData uri="http://schemas.openxmlformats.org/drawingml/2006/table">
            <a:tbl>
              <a:tblPr>
                <a:noFill/>
                <a:tableStyleId>{99F76716-FB14-4D46-B4E7-272E180D2EF3}</a:tableStyleId>
              </a:tblPr>
              <a:tblGrid>
                <a:gridCol w="3500650"/>
                <a:gridCol w="2202125"/>
              </a:tblGrid>
              <a:tr h="487800">
                <a:tc>
                  <a:txBody>
                    <a:bodyPr/>
                    <a:lstStyle/>
                    <a:p>
                      <a:pPr indent="0" lvl="0" marL="0" marR="0" rtl="0" algn="ctr">
                        <a:lnSpc>
                          <a:spcPct val="100000"/>
                        </a:lnSpc>
                        <a:spcBef>
                          <a:spcPts val="0"/>
                        </a:spcBef>
                        <a:spcAft>
                          <a:spcPts val="0"/>
                        </a:spcAft>
                        <a:buNone/>
                      </a:pPr>
                      <a:r>
                        <a:rPr b="1" lang="en-US" sz="1400" u="none" cap="none" strike="noStrike">
                          <a:solidFill>
                            <a:schemeClr val="dk2"/>
                          </a:solidFill>
                          <a:latin typeface="Arial"/>
                          <a:ea typeface="Arial"/>
                          <a:cs typeface="Arial"/>
                          <a:sym typeface="Arial"/>
                        </a:rPr>
                        <a:t>Investment</a:t>
                      </a:r>
                      <a:endParaRPr b="0" sz="1400" u="none" cap="none" strike="noStrike">
                        <a:solidFill>
                          <a:srgbClr val="000000"/>
                        </a:solidFill>
                        <a:latin typeface="Arial"/>
                        <a:ea typeface="Arial"/>
                        <a:cs typeface="Arial"/>
                        <a:sym typeface="Arial"/>
                      </a:endParaRPr>
                    </a:p>
                  </a:txBody>
                  <a:tcPr marT="45725" marB="45725" marR="91450" marL="91450">
                    <a:lnL cap="flat" cmpd="sng" w="12225">
                      <a:solidFill>
                        <a:srgbClr val="C00000"/>
                      </a:solidFill>
                      <a:prstDash val="solid"/>
                      <a:round/>
                      <a:headEnd len="sm" w="sm" type="none"/>
                      <a:tailEnd len="sm" w="sm" type="none"/>
                    </a:lnL>
                    <a:lnR cap="flat" cmpd="sng" w="12225">
                      <a:solidFill>
                        <a:srgbClr val="C00000"/>
                      </a:solidFill>
                      <a:prstDash val="solid"/>
                      <a:round/>
                      <a:headEnd len="sm" w="sm" type="none"/>
                      <a:tailEnd len="sm" w="sm" type="none"/>
                    </a:lnR>
                    <a:lnT cap="flat" cmpd="sng" w="12225">
                      <a:solidFill>
                        <a:srgbClr val="C00000"/>
                      </a:solidFill>
                      <a:prstDash val="solid"/>
                      <a:round/>
                      <a:headEnd len="sm" w="sm" type="none"/>
                      <a:tailEnd len="sm" w="sm" type="none"/>
                    </a:lnT>
                    <a:lnB cap="flat" cmpd="sng" w="12225">
                      <a:solidFill>
                        <a:srgbClr val="C00000"/>
                      </a:solidFill>
                      <a:prstDash val="solid"/>
                      <a:round/>
                      <a:headEnd len="sm" w="sm" type="none"/>
                      <a:tailEnd len="sm" w="sm" type="none"/>
                    </a:lnB>
                    <a:solidFill>
                      <a:schemeClr val="accent2"/>
                    </a:solidFill>
                  </a:tcPr>
                </a:tc>
                <a:tc>
                  <a:txBody>
                    <a:bodyPr/>
                    <a:lstStyle/>
                    <a:p>
                      <a:pPr indent="0" lvl="0" marL="0" marR="0" rtl="0" algn="ctr">
                        <a:lnSpc>
                          <a:spcPct val="100000"/>
                        </a:lnSpc>
                        <a:spcBef>
                          <a:spcPts val="0"/>
                        </a:spcBef>
                        <a:spcAft>
                          <a:spcPts val="0"/>
                        </a:spcAft>
                        <a:buNone/>
                      </a:pPr>
                      <a:r>
                        <a:rPr b="1" lang="en-US" sz="1400" u="none" cap="none" strike="noStrike">
                          <a:solidFill>
                            <a:schemeClr val="dk2"/>
                          </a:solidFill>
                          <a:latin typeface="Arial"/>
                          <a:ea typeface="Arial"/>
                          <a:cs typeface="Arial"/>
                          <a:sym typeface="Arial"/>
                        </a:rPr>
                        <a:t>Impact</a:t>
                      </a:r>
                      <a:endParaRPr b="0" sz="1400" u="none" cap="none" strike="noStrike">
                        <a:solidFill>
                          <a:srgbClr val="000000"/>
                        </a:solidFill>
                        <a:latin typeface="Arial"/>
                        <a:ea typeface="Arial"/>
                        <a:cs typeface="Arial"/>
                        <a:sym typeface="Arial"/>
                      </a:endParaRPr>
                    </a:p>
                  </a:txBody>
                  <a:tcPr marT="45725" marB="45725" marR="91450" marL="91450">
                    <a:lnL cap="flat" cmpd="sng" w="12225">
                      <a:solidFill>
                        <a:srgbClr val="C00000"/>
                      </a:solidFill>
                      <a:prstDash val="solid"/>
                      <a:round/>
                      <a:headEnd len="sm" w="sm" type="none"/>
                      <a:tailEnd len="sm" w="sm" type="none"/>
                    </a:lnL>
                    <a:lnR cap="flat" cmpd="sng" w="12225">
                      <a:solidFill>
                        <a:srgbClr val="C00000"/>
                      </a:solidFill>
                      <a:prstDash val="solid"/>
                      <a:round/>
                      <a:headEnd len="sm" w="sm" type="none"/>
                      <a:tailEnd len="sm" w="sm" type="none"/>
                    </a:lnR>
                    <a:lnT cap="flat" cmpd="sng" w="12225">
                      <a:solidFill>
                        <a:srgbClr val="C00000"/>
                      </a:solidFill>
                      <a:prstDash val="solid"/>
                      <a:round/>
                      <a:headEnd len="sm" w="sm" type="none"/>
                      <a:tailEnd len="sm" w="sm" type="none"/>
                    </a:lnT>
                    <a:lnB cap="flat" cmpd="sng" w="12225">
                      <a:solidFill>
                        <a:srgbClr val="C00000"/>
                      </a:solidFill>
                      <a:prstDash val="solid"/>
                      <a:round/>
                      <a:headEnd len="sm" w="sm" type="none"/>
                      <a:tailEnd len="sm" w="sm" type="none"/>
                    </a:lnB>
                    <a:solidFill>
                      <a:schemeClr val="accent2"/>
                    </a:solidFill>
                  </a:tcPr>
                </a:tc>
              </a:tr>
              <a:tr h="462600">
                <a:tc>
                  <a:txBody>
                    <a:bodyPr/>
                    <a:lstStyle/>
                    <a:p>
                      <a:pPr indent="0" lvl="0" marL="0" marR="0" rtl="0" algn="l">
                        <a:lnSpc>
                          <a:spcPct val="100000"/>
                        </a:lnSpc>
                        <a:spcBef>
                          <a:spcPts val="0"/>
                        </a:spcBef>
                        <a:spcAft>
                          <a:spcPts val="0"/>
                        </a:spcAft>
                        <a:buNone/>
                      </a:pPr>
                      <a:r>
                        <a:rPr b="0" lang="en-US" sz="1400" u="none" cap="none" strike="noStrike">
                          <a:solidFill>
                            <a:schemeClr val="lt2"/>
                          </a:solidFill>
                          <a:latin typeface="Arial"/>
                          <a:ea typeface="Arial"/>
                          <a:cs typeface="Arial"/>
                          <a:sym typeface="Arial"/>
                        </a:rPr>
                        <a:t>More Agents</a:t>
                      </a:r>
                      <a:endParaRPr b="0" sz="1400" u="none" cap="none" strike="noStrike">
                        <a:solidFill>
                          <a:srgbClr val="000000"/>
                        </a:solidFill>
                        <a:latin typeface="Arial"/>
                        <a:ea typeface="Arial"/>
                        <a:cs typeface="Arial"/>
                        <a:sym typeface="Arial"/>
                      </a:endParaRPr>
                    </a:p>
                  </a:txBody>
                  <a:tcPr marT="45725" marB="45725" marR="91450" marL="91450">
                    <a:lnL cap="flat" cmpd="sng" w="12225">
                      <a:solidFill>
                        <a:srgbClr val="C00000"/>
                      </a:solidFill>
                      <a:prstDash val="solid"/>
                      <a:round/>
                      <a:headEnd len="sm" w="sm" type="none"/>
                      <a:tailEnd len="sm" w="sm" type="none"/>
                    </a:lnL>
                    <a:lnR cap="flat" cmpd="sng" w="12225">
                      <a:solidFill>
                        <a:srgbClr val="C00000"/>
                      </a:solidFill>
                      <a:prstDash val="solid"/>
                      <a:round/>
                      <a:headEnd len="sm" w="sm" type="none"/>
                      <a:tailEnd len="sm" w="sm" type="none"/>
                    </a:lnR>
                    <a:lnT cap="flat" cmpd="sng" w="12225">
                      <a:solidFill>
                        <a:srgbClr val="C00000"/>
                      </a:solidFill>
                      <a:prstDash val="solid"/>
                      <a:round/>
                      <a:headEnd len="sm" w="sm" type="none"/>
                      <a:tailEnd len="sm" w="sm" type="none"/>
                    </a:lnT>
                    <a:lnB cap="flat" cmpd="sng" w="12225">
                      <a:solidFill>
                        <a:srgbClr val="C00000"/>
                      </a:solidFill>
                      <a:prstDash val="solid"/>
                      <a:round/>
                      <a:headEnd len="sm" w="sm" type="none"/>
                      <a:tailEnd len="sm" w="sm" type="none"/>
                    </a:lnB>
                    <a:solidFill>
                      <a:srgbClr val="E3E3E5"/>
                    </a:solidFill>
                  </a:tcPr>
                </a:tc>
                <a:tc>
                  <a:txBody>
                    <a:bodyPr/>
                    <a:lstStyle/>
                    <a:p>
                      <a:pPr indent="0" lvl="0" marL="0" marR="0" rtl="0" algn="ctr">
                        <a:lnSpc>
                          <a:spcPct val="100000"/>
                        </a:lnSpc>
                        <a:spcBef>
                          <a:spcPts val="0"/>
                        </a:spcBef>
                        <a:spcAft>
                          <a:spcPts val="0"/>
                        </a:spcAft>
                        <a:buNone/>
                      </a:pPr>
                      <a:r>
                        <a:rPr b="1" lang="en-US" sz="1600" u="none" cap="none" strike="noStrike">
                          <a:solidFill>
                            <a:srgbClr val="00626A"/>
                          </a:solidFill>
                          <a:latin typeface="Calibri"/>
                          <a:ea typeface="Calibri"/>
                          <a:cs typeface="Calibri"/>
                          <a:sym typeface="Calibri"/>
                        </a:rPr>
                        <a:t>Medium</a:t>
                      </a:r>
                      <a:endParaRPr b="0" sz="1600" u="none" cap="none" strike="noStrike">
                        <a:solidFill>
                          <a:srgbClr val="000000"/>
                        </a:solidFill>
                        <a:latin typeface="Arial"/>
                        <a:ea typeface="Arial"/>
                        <a:cs typeface="Arial"/>
                        <a:sym typeface="Arial"/>
                      </a:endParaRPr>
                    </a:p>
                  </a:txBody>
                  <a:tcPr marT="45725" marB="45725" marR="91450" marL="91450">
                    <a:lnL cap="flat" cmpd="sng" w="12225">
                      <a:solidFill>
                        <a:srgbClr val="C00000"/>
                      </a:solidFill>
                      <a:prstDash val="solid"/>
                      <a:round/>
                      <a:headEnd len="sm" w="sm" type="none"/>
                      <a:tailEnd len="sm" w="sm" type="none"/>
                    </a:lnL>
                    <a:lnR cap="flat" cmpd="sng" w="12225">
                      <a:solidFill>
                        <a:srgbClr val="C00000"/>
                      </a:solidFill>
                      <a:prstDash val="solid"/>
                      <a:round/>
                      <a:headEnd len="sm" w="sm" type="none"/>
                      <a:tailEnd len="sm" w="sm" type="none"/>
                    </a:lnR>
                    <a:lnT cap="flat" cmpd="sng" w="12225">
                      <a:solidFill>
                        <a:srgbClr val="C00000"/>
                      </a:solidFill>
                      <a:prstDash val="solid"/>
                      <a:round/>
                      <a:headEnd len="sm" w="sm" type="none"/>
                      <a:tailEnd len="sm" w="sm" type="none"/>
                    </a:lnT>
                    <a:lnB cap="flat" cmpd="sng" w="12225">
                      <a:solidFill>
                        <a:srgbClr val="C00000"/>
                      </a:solidFill>
                      <a:prstDash val="solid"/>
                      <a:round/>
                      <a:headEnd len="sm" w="sm" type="none"/>
                      <a:tailEnd len="sm" w="sm" type="none"/>
                    </a:lnB>
                    <a:solidFill>
                      <a:srgbClr val="E3E3E5"/>
                    </a:solidFill>
                  </a:tcPr>
                </a:tc>
              </a:tr>
              <a:tr h="387725">
                <a:tc>
                  <a:txBody>
                    <a:bodyPr/>
                    <a:lstStyle/>
                    <a:p>
                      <a:pPr indent="0" lvl="0" marL="0" marR="0" rtl="0" algn="l">
                        <a:lnSpc>
                          <a:spcPct val="100000"/>
                        </a:lnSpc>
                        <a:spcBef>
                          <a:spcPts val="0"/>
                        </a:spcBef>
                        <a:spcAft>
                          <a:spcPts val="0"/>
                        </a:spcAft>
                        <a:buNone/>
                      </a:pPr>
                      <a:r>
                        <a:rPr b="0" lang="en-US" sz="1400" u="none" cap="none" strike="noStrike">
                          <a:solidFill>
                            <a:schemeClr val="dk2"/>
                          </a:solidFill>
                          <a:latin typeface="Arial"/>
                          <a:ea typeface="Arial"/>
                          <a:cs typeface="Arial"/>
                          <a:sym typeface="Arial"/>
                        </a:rPr>
                        <a:t>Training Programs</a:t>
                      </a:r>
                      <a:endParaRPr b="0" sz="1400" u="none" cap="none" strike="noStrike">
                        <a:solidFill>
                          <a:srgbClr val="000000"/>
                        </a:solidFill>
                        <a:latin typeface="Arial"/>
                        <a:ea typeface="Arial"/>
                        <a:cs typeface="Arial"/>
                        <a:sym typeface="Arial"/>
                      </a:endParaRPr>
                    </a:p>
                  </a:txBody>
                  <a:tcPr marT="45725" marB="45725" marR="91450" marL="91450">
                    <a:lnL cap="flat" cmpd="sng" w="12225">
                      <a:solidFill>
                        <a:srgbClr val="C00000"/>
                      </a:solidFill>
                      <a:prstDash val="solid"/>
                      <a:round/>
                      <a:headEnd len="sm" w="sm" type="none"/>
                      <a:tailEnd len="sm" w="sm" type="none"/>
                    </a:lnL>
                    <a:lnR cap="flat" cmpd="sng" w="12225">
                      <a:solidFill>
                        <a:srgbClr val="C00000"/>
                      </a:solidFill>
                      <a:prstDash val="solid"/>
                      <a:round/>
                      <a:headEnd len="sm" w="sm" type="none"/>
                      <a:tailEnd len="sm" w="sm" type="none"/>
                    </a:lnR>
                    <a:lnT cap="flat" cmpd="sng" w="12225">
                      <a:solidFill>
                        <a:srgbClr val="C00000"/>
                      </a:solidFill>
                      <a:prstDash val="solid"/>
                      <a:round/>
                      <a:headEnd len="sm" w="sm" type="none"/>
                      <a:tailEnd len="sm" w="sm" type="none"/>
                    </a:lnT>
                    <a:lnB cap="flat" cmpd="sng" w="12225">
                      <a:solidFill>
                        <a:srgbClr val="C00000"/>
                      </a:solidFill>
                      <a:prstDash val="solid"/>
                      <a:round/>
                      <a:headEnd len="sm" w="sm" type="none"/>
                      <a:tailEnd len="sm" w="sm" type="none"/>
                    </a:lnB>
                    <a:solidFill>
                      <a:srgbClr val="F2F2F2"/>
                    </a:solidFill>
                  </a:tcPr>
                </a:tc>
                <a:tc>
                  <a:txBody>
                    <a:bodyPr/>
                    <a:lstStyle/>
                    <a:p>
                      <a:pPr indent="0" lvl="0" marL="0" marR="0" rtl="0" algn="ctr">
                        <a:lnSpc>
                          <a:spcPct val="100000"/>
                        </a:lnSpc>
                        <a:spcBef>
                          <a:spcPts val="0"/>
                        </a:spcBef>
                        <a:spcAft>
                          <a:spcPts val="0"/>
                        </a:spcAft>
                        <a:buNone/>
                      </a:pPr>
                      <a:r>
                        <a:rPr b="0" lang="en-US" sz="1400" u="none" cap="none" strike="noStrike">
                          <a:solidFill>
                            <a:srgbClr val="332B74"/>
                          </a:solidFill>
                          <a:latin typeface="Arial"/>
                          <a:ea typeface="Arial"/>
                          <a:cs typeface="Arial"/>
                          <a:sym typeface="Arial"/>
                        </a:rPr>
                        <a:t>High</a:t>
                      </a:r>
                      <a:endParaRPr b="0" sz="1400" u="none" cap="none" strike="noStrike">
                        <a:solidFill>
                          <a:srgbClr val="000000"/>
                        </a:solidFill>
                        <a:latin typeface="Arial"/>
                        <a:ea typeface="Arial"/>
                        <a:cs typeface="Arial"/>
                        <a:sym typeface="Arial"/>
                      </a:endParaRPr>
                    </a:p>
                  </a:txBody>
                  <a:tcPr marT="45725" marB="45725" marR="91450" marL="91450">
                    <a:lnL cap="flat" cmpd="sng" w="12225">
                      <a:solidFill>
                        <a:srgbClr val="C00000"/>
                      </a:solidFill>
                      <a:prstDash val="solid"/>
                      <a:round/>
                      <a:headEnd len="sm" w="sm" type="none"/>
                      <a:tailEnd len="sm" w="sm" type="none"/>
                    </a:lnL>
                    <a:lnR cap="flat" cmpd="sng" w="12225">
                      <a:solidFill>
                        <a:srgbClr val="C00000"/>
                      </a:solidFill>
                      <a:prstDash val="solid"/>
                      <a:round/>
                      <a:headEnd len="sm" w="sm" type="none"/>
                      <a:tailEnd len="sm" w="sm" type="none"/>
                    </a:lnR>
                    <a:lnT cap="flat" cmpd="sng" w="12225">
                      <a:solidFill>
                        <a:srgbClr val="C00000"/>
                      </a:solidFill>
                      <a:prstDash val="solid"/>
                      <a:round/>
                      <a:headEnd len="sm" w="sm" type="none"/>
                      <a:tailEnd len="sm" w="sm" type="none"/>
                    </a:lnT>
                    <a:lnB cap="flat" cmpd="sng" w="12225">
                      <a:solidFill>
                        <a:srgbClr val="C00000"/>
                      </a:solidFill>
                      <a:prstDash val="solid"/>
                      <a:round/>
                      <a:headEnd len="sm" w="sm" type="none"/>
                      <a:tailEnd len="sm" w="sm" type="none"/>
                    </a:lnB>
                    <a:solidFill>
                      <a:srgbClr val="F2F2F2"/>
                    </a:solidFill>
                  </a:tcPr>
                </a:tc>
              </a:tr>
              <a:tr h="387725">
                <a:tc>
                  <a:txBody>
                    <a:bodyPr/>
                    <a:lstStyle/>
                    <a:p>
                      <a:pPr indent="0" lvl="0" marL="0" marR="0" rtl="0" algn="l">
                        <a:lnSpc>
                          <a:spcPct val="100000"/>
                        </a:lnSpc>
                        <a:spcBef>
                          <a:spcPts val="0"/>
                        </a:spcBef>
                        <a:spcAft>
                          <a:spcPts val="0"/>
                        </a:spcAft>
                        <a:buNone/>
                      </a:pPr>
                      <a:r>
                        <a:rPr b="0" lang="en-US" sz="1400" u="none" cap="none" strike="noStrike">
                          <a:solidFill>
                            <a:schemeClr val="dk2"/>
                          </a:solidFill>
                          <a:latin typeface="Arial"/>
                          <a:ea typeface="Arial"/>
                          <a:cs typeface="Arial"/>
                          <a:sym typeface="Arial"/>
                        </a:rPr>
                        <a:t>Software &amp; Hardware Upgrade</a:t>
                      </a:r>
                      <a:endParaRPr b="0" sz="1400" u="none" cap="none" strike="noStrike">
                        <a:solidFill>
                          <a:srgbClr val="000000"/>
                        </a:solidFill>
                        <a:latin typeface="Arial"/>
                        <a:ea typeface="Arial"/>
                        <a:cs typeface="Arial"/>
                        <a:sym typeface="Arial"/>
                      </a:endParaRPr>
                    </a:p>
                  </a:txBody>
                  <a:tcPr marT="45725" marB="45725" marR="91450" marL="91450">
                    <a:lnL cap="flat" cmpd="sng" w="12225">
                      <a:solidFill>
                        <a:srgbClr val="C00000"/>
                      </a:solidFill>
                      <a:prstDash val="solid"/>
                      <a:round/>
                      <a:headEnd len="sm" w="sm" type="none"/>
                      <a:tailEnd len="sm" w="sm" type="none"/>
                    </a:lnL>
                    <a:lnR cap="flat" cmpd="sng" w="12225">
                      <a:solidFill>
                        <a:srgbClr val="C00000"/>
                      </a:solidFill>
                      <a:prstDash val="solid"/>
                      <a:round/>
                      <a:headEnd len="sm" w="sm" type="none"/>
                      <a:tailEnd len="sm" w="sm" type="none"/>
                    </a:lnR>
                    <a:lnT cap="flat" cmpd="sng" w="12225">
                      <a:solidFill>
                        <a:srgbClr val="C00000"/>
                      </a:solidFill>
                      <a:prstDash val="solid"/>
                      <a:round/>
                      <a:headEnd len="sm" w="sm" type="none"/>
                      <a:tailEnd len="sm" w="sm" type="none"/>
                    </a:lnT>
                    <a:lnB cap="flat" cmpd="sng" w="12225">
                      <a:solidFill>
                        <a:srgbClr val="C00000"/>
                      </a:solidFill>
                      <a:prstDash val="solid"/>
                      <a:round/>
                      <a:headEnd len="sm" w="sm" type="none"/>
                      <a:tailEnd len="sm" w="sm" type="none"/>
                    </a:lnB>
                    <a:solidFill>
                      <a:srgbClr val="E3E3E5"/>
                    </a:solidFill>
                  </a:tcPr>
                </a:tc>
                <a:tc>
                  <a:txBody>
                    <a:bodyPr/>
                    <a:lstStyle/>
                    <a:p>
                      <a:pPr indent="0" lvl="0" marL="0" marR="0" rtl="0" algn="ctr">
                        <a:lnSpc>
                          <a:spcPct val="100000"/>
                        </a:lnSpc>
                        <a:spcBef>
                          <a:spcPts val="0"/>
                        </a:spcBef>
                        <a:spcAft>
                          <a:spcPts val="0"/>
                        </a:spcAft>
                        <a:buNone/>
                      </a:pPr>
                      <a:r>
                        <a:rPr b="0" lang="en-US" sz="1400" u="none" cap="none" strike="noStrike">
                          <a:solidFill>
                            <a:srgbClr val="FF0000"/>
                          </a:solidFill>
                          <a:latin typeface="Arial"/>
                          <a:ea typeface="Arial"/>
                          <a:cs typeface="Arial"/>
                          <a:sym typeface="Arial"/>
                        </a:rPr>
                        <a:t>Highest</a:t>
                      </a:r>
                      <a:endParaRPr b="0" sz="1400" u="none" cap="none" strike="noStrike">
                        <a:solidFill>
                          <a:srgbClr val="000000"/>
                        </a:solidFill>
                        <a:latin typeface="Arial"/>
                        <a:ea typeface="Arial"/>
                        <a:cs typeface="Arial"/>
                        <a:sym typeface="Arial"/>
                      </a:endParaRPr>
                    </a:p>
                  </a:txBody>
                  <a:tcPr marT="45725" marB="45725" marR="91450" marL="91450">
                    <a:lnL cap="flat" cmpd="sng" w="12225">
                      <a:solidFill>
                        <a:srgbClr val="C00000"/>
                      </a:solidFill>
                      <a:prstDash val="solid"/>
                      <a:round/>
                      <a:headEnd len="sm" w="sm" type="none"/>
                      <a:tailEnd len="sm" w="sm" type="none"/>
                    </a:lnL>
                    <a:lnR cap="flat" cmpd="sng" w="12225">
                      <a:solidFill>
                        <a:srgbClr val="C00000"/>
                      </a:solidFill>
                      <a:prstDash val="solid"/>
                      <a:round/>
                      <a:headEnd len="sm" w="sm" type="none"/>
                      <a:tailEnd len="sm" w="sm" type="none"/>
                    </a:lnR>
                    <a:lnT cap="flat" cmpd="sng" w="12225">
                      <a:solidFill>
                        <a:srgbClr val="C00000"/>
                      </a:solidFill>
                      <a:prstDash val="solid"/>
                      <a:round/>
                      <a:headEnd len="sm" w="sm" type="none"/>
                      <a:tailEnd len="sm" w="sm" type="none"/>
                    </a:lnT>
                    <a:lnB cap="flat" cmpd="sng" w="12225">
                      <a:solidFill>
                        <a:srgbClr val="C00000"/>
                      </a:solidFill>
                      <a:prstDash val="solid"/>
                      <a:round/>
                      <a:headEnd len="sm" w="sm" type="none"/>
                      <a:tailEnd len="sm" w="sm" type="none"/>
                    </a:lnB>
                    <a:solidFill>
                      <a:srgbClr val="E3E3E5"/>
                    </a:solidFill>
                  </a:tcPr>
                </a:tc>
              </a:tr>
            </a:tbl>
          </a:graphicData>
        </a:graphic>
      </p:graphicFrame>
      <p:sp>
        <p:nvSpPr>
          <p:cNvPr id="171" name="Google Shape;171;p20"/>
          <p:cNvSpPr/>
          <p:nvPr/>
        </p:nvSpPr>
        <p:spPr>
          <a:xfrm>
            <a:off x="541800" y="3714840"/>
            <a:ext cx="7350480" cy="334800"/>
          </a:xfrm>
          <a:prstGeom prst="rect">
            <a:avLst/>
          </a:prstGeom>
          <a:noFill/>
          <a:ln>
            <a:noFill/>
          </a:ln>
        </p:spPr>
        <p:txBody>
          <a:bodyPr anchorCtr="0" anchor="t" bIns="45700" lIns="91425" spcFirstLastPara="1" rIns="91425" wrap="square" tIns="45700">
            <a:noAutofit/>
          </a:bodyPr>
          <a:lstStyle/>
          <a:p>
            <a:pPr indent="-285840" lvl="0" marL="285840" marR="0" rtl="0" algn="l">
              <a:lnSpc>
                <a:spcPct val="100000"/>
              </a:lnSpc>
              <a:spcBef>
                <a:spcPts val="0"/>
              </a:spcBef>
              <a:spcAft>
                <a:spcPts val="0"/>
              </a:spcAft>
              <a:buClr>
                <a:schemeClr val="dk1"/>
              </a:buClr>
              <a:buSzPts val="1400"/>
              <a:buFont typeface="Arial"/>
              <a:buChar char="➢"/>
            </a:pPr>
            <a:r>
              <a:rPr b="0" i="0" lang="en-US" sz="1400" u="none" cap="none" strike="noStrike">
                <a:solidFill>
                  <a:schemeClr val="dk1"/>
                </a:solidFill>
                <a:latin typeface="Times New Roman"/>
                <a:ea typeface="Times New Roman"/>
                <a:cs typeface="Times New Roman"/>
                <a:sym typeface="Times New Roman"/>
              </a:rPr>
              <a:t>Upgrade ticket </a:t>
            </a:r>
            <a:r>
              <a:rPr b="0" i="0" lang="en-US" sz="1600" u="none" cap="none" strike="noStrike">
                <a:solidFill>
                  <a:schemeClr val="dk1"/>
                </a:solidFill>
                <a:latin typeface="Times New Roman"/>
                <a:ea typeface="Times New Roman"/>
                <a:cs typeface="Times New Roman"/>
                <a:sym typeface="Times New Roman"/>
              </a:rPr>
              <a:t>management</a:t>
            </a:r>
            <a:r>
              <a:rPr b="0" i="0" lang="en-US" sz="1400" u="none" cap="none" strike="noStrike">
                <a:solidFill>
                  <a:schemeClr val="dk1"/>
                </a:solidFill>
                <a:latin typeface="Times New Roman"/>
                <a:ea typeface="Times New Roman"/>
                <a:cs typeface="Times New Roman"/>
                <a:sym typeface="Times New Roman"/>
              </a:rPr>
              <a:t> Hardware and software first, then improve training programs.</a:t>
            </a:r>
            <a:endParaRPr b="0" i="0" sz="1400" u="none" cap="none" strike="noStrike">
              <a:solidFill>
                <a:schemeClr val="dk1"/>
              </a:solidFill>
              <a:latin typeface="Arial"/>
              <a:ea typeface="Arial"/>
              <a:cs typeface="Arial"/>
              <a:sym typeface="Arial"/>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5" name="Shape 175"/>
        <p:cNvGrpSpPr/>
        <p:nvPr/>
      </p:nvGrpSpPr>
      <p:grpSpPr>
        <a:xfrm>
          <a:off x="0" y="0"/>
          <a:ext cx="0" cy="0"/>
          <a:chOff x="0" y="0"/>
          <a:chExt cx="0" cy="0"/>
        </a:xfrm>
      </p:grpSpPr>
      <p:sp>
        <p:nvSpPr>
          <p:cNvPr id="176" name="Google Shape;176;p21"/>
          <p:cNvSpPr/>
          <p:nvPr/>
        </p:nvSpPr>
        <p:spPr>
          <a:xfrm>
            <a:off x="174225" y="208075"/>
            <a:ext cx="7796100" cy="6396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None/>
            </a:pPr>
            <a:r>
              <a:rPr b="1" i="0" lang="en-US" sz="3000" u="none" cap="none" strike="noStrike">
                <a:solidFill>
                  <a:schemeClr val="dk1"/>
                </a:solidFill>
                <a:latin typeface="Times New Roman"/>
                <a:ea typeface="Times New Roman"/>
                <a:cs typeface="Times New Roman"/>
                <a:sym typeface="Times New Roman"/>
              </a:rPr>
              <a:t>Visualization Dashboard</a:t>
            </a:r>
            <a:endParaRPr b="0" i="0" sz="3000" u="none" cap="none" strike="noStrike">
              <a:solidFill>
                <a:srgbClr val="FFFFFF"/>
              </a:solidFill>
              <a:latin typeface="Arial"/>
              <a:ea typeface="Arial"/>
              <a:cs typeface="Arial"/>
              <a:sym typeface="Arial"/>
            </a:endParaRPr>
          </a:p>
        </p:txBody>
      </p:sp>
      <p:pic>
        <p:nvPicPr>
          <p:cNvPr id="177" name="Google Shape;177;p21"/>
          <p:cNvPicPr preferRelativeResize="0"/>
          <p:nvPr/>
        </p:nvPicPr>
        <p:blipFill>
          <a:blip r:embed="rId3">
            <a:alphaModFix/>
          </a:blip>
          <a:stretch>
            <a:fillRect/>
          </a:stretch>
        </p:blipFill>
        <p:spPr>
          <a:xfrm>
            <a:off x="0" y="1141525"/>
            <a:ext cx="9293151" cy="2860450"/>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1" name="Shape 181"/>
        <p:cNvGrpSpPr/>
        <p:nvPr/>
      </p:nvGrpSpPr>
      <p:grpSpPr>
        <a:xfrm>
          <a:off x="0" y="0"/>
          <a:ext cx="0" cy="0"/>
          <a:chOff x="0" y="0"/>
          <a:chExt cx="0" cy="0"/>
        </a:xfrm>
      </p:grpSpPr>
      <p:sp>
        <p:nvSpPr>
          <p:cNvPr id="182" name="Google Shape;182;p22"/>
          <p:cNvSpPr/>
          <p:nvPr/>
        </p:nvSpPr>
        <p:spPr>
          <a:xfrm>
            <a:off x="545400" y="241560"/>
            <a:ext cx="7796100" cy="6396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None/>
            </a:pPr>
            <a:r>
              <a:t/>
            </a:r>
            <a:endParaRPr b="0" i="0" sz="3000" u="none" cap="none" strike="noStrike">
              <a:solidFill>
                <a:srgbClr val="FFFFFF"/>
              </a:solidFill>
              <a:latin typeface="Arial"/>
              <a:ea typeface="Arial"/>
              <a:cs typeface="Arial"/>
              <a:sym typeface="Arial"/>
            </a:endParaRPr>
          </a:p>
        </p:txBody>
      </p:sp>
      <p:pic>
        <p:nvPicPr>
          <p:cNvPr id="183" name="Google Shape;183;p22"/>
          <p:cNvPicPr preferRelativeResize="0"/>
          <p:nvPr/>
        </p:nvPicPr>
        <p:blipFill>
          <a:blip r:embed="rId3">
            <a:alphaModFix/>
          </a:blip>
          <a:stretch>
            <a:fillRect/>
          </a:stretch>
        </p:blipFill>
        <p:spPr>
          <a:xfrm>
            <a:off x="23850" y="1093449"/>
            <a:ext cx="9451299" cy="2956600"/>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7" name="Shape 187"/>
        <p:cNvGrpSpPr/>
        <p:nvPr/>
      </p:nvGrpSpPr>
      <p:grpSpPr>
        <a:xfrm>
          <a:off x="0" y="0"/>
          <a:ext cx="0" cy="0"/>
          <a:chOff x="0" y="0"/>
          <a:chExt cx="0" cy="0"/>
        </a:xfrm>
      </p:grpSpPr>
      <p:pic>
        <p:nvPicPr>
          <p:cNvPr descr="A magnifying glass and a light bulb&#10;&#10;AI-generated content may be incorrect." id="188" name="Google Shape;188;p23"/>
          <p:cNvPicPr preferRelativeResize="0"/>
          <p:nvPr/>
        </p:nvPicPr>
        <p:blipFill rotWithShape="1">
          <a:blip r:embed="rId3">
            <a:alphaModFix/>
          </a:blip>
          <a:srcRect b="0" l="0" r="0" t="0"/>
          <a:stretch/>
        </p:blipFill>
        <p:spPr>
          <a:xfrm>
            <a:off x="6124320" y="2320920"/>
            <a:ext cx="2777760" cy="2827080"/>
          </a:xfrm>
          <a:prstGeom prst="rect">
            <a:avLst/>
          </a:prstGeom>
          <a:noFill/>
          <a:ln>
            <a:noFill/>
          </a:ln>
        </p:spPr>
      </p:pic>
      <p:sp>
        <p:nvSpPr>
          <p:cNvPr id="189" name="Google Shape;189;p23"/>
          <p:cNvSpPr/>
          <p:nvPr/>
        </p:nvSpPr>
        <p:spPr>
          <a:xfrm>
            <a:off x="545400" y="241560"/>
            <a:ext cx="7796160" cy="63972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None/>
            </a:pPr>
            <a:r>
              <a:rPr b="1" i="0" lang="en-US" sz="3000" u="none" cap="none" strike="noStrike">
                <a:solidFill>
                  <a:schemeClr val="dk1"/>
                </a:solidFill>
                <a:latin typeface="Times New Roman"/>
                <a:ea typeface="Times New Roman"/>
                <a:cs typeface="Times New Roman"/>
                <a:sym typeface="Times New Roman"/>
              </a:rPr>
              <a:t>KEY INSIGHTS</a:t>
            </a:r>
            <a:endParaRPr b="0" i="0" sz="3000" u="none" cap="none" strike="noStrike">
              <a:solidFill>
                <a:srgbClr val="FFFFFF"/>
              </a:solidFill>
              <a:latin typeface="Arial"/>
              <a:ea typeface="Arial"/>
              <a:cs typeface="Arial"/>
              <a:sym typeface="Arial"/>
            </a:endParaRPr>
          </a:p>
        </p:txBody>
      </p:sp>
      <p:sp>
        <p:nvSpPr>
          <p:cNvPr id="190" name="Google Shape;190;p23"/>
          <p:cNvSpPr/>
          <p:nvPr/>
        </p:nvSpPr>
        <p:spPr>
          <a:xfrm>
            <a:off x="541800" y="1290960"/>
            <a:ext cx="6315840" cy="1737000"/>
          </a:xfrm>
          <a:prstGeom prst="rect">
            <a:avLst/>
          </a:prstGeom>
          <a:noFill/>
          <a:ln>
            <a:noFill/>
          </a:ln>
        </p:spPr>
        <p:txBody>
          <a:bodyPr anchorCtr="0" anchor="t" bIns="45700" lIns="91425" spcFirstLastPara="1" rIns="91425" wrap="square" tIns="45700">
            <a:noAutofit/>
          </a:bodyPr>
          <a:lstStyle/>
          <a:p>
            <a:pPr indent="-285840" lvl="0" marL="285840" marR="0" rtl="0" algn="l">
              <a:lnSpc>
                <a:spcPct val="100000"/>
              </a:lnSpc>
              <a:spcBef>
                <a:spcPts val="0"/>
              </a:spcBef>
              <a:spcAft>
                <a:spcPts val="0"/>
              </a:spcAft>
              <a:buClr>
                <a:srgbClr val="000000"/>
              </a:buClr>
              <a:buSzPts val="1800"/>
              <a:buFont typeface="Arial"/>
              <a:buChar char="•"/>
            </a:pPr>
            <a:r>
              <a:rPr b="0" i="0" lang="en-US" sz="1800" u="none" cap="none" strike="noStrike">
                <a:solidFill>
                  <a:schemeClr val="accent5"/>
                </a:solidFill>
                <a:latin typeface="Times New Roman"/>
                <a:ea typeface="Times New Roman"/>
                <a:cs typeface="Times New Roman"/>
                <a:sym typeface="Times New Roman"/>
              </a:rPr>
              <a:t>Ticket volume is increasing steadily </a:t>
            </a:r>
            <a:endParaRPr b="0" i="0" sz="1800" u="none" cap="none" strike="noStrike">
              <a:solidFill>
                <a:srgbClr val="FFFFFF"/>
              </a:solidFill>
              <a:latin typeface="Arial"/>
              <a:ea typeface="Arial"/>
              <a:cs typeface="Arial"/>
              <a:sym typeface="Arial"/>
            </a:endParaRPr>
          </a:p>
          <a:p>
            <a:pPr indent="-285840" lvl="0" marL="285840" marR="0" rtl="0" algn="l">
              <a:lnSpc>
                <a:spcPct val="100000"/>
              </a:lnSpc>
              <a:spcBef>
                <a:spcPts val="0"/>
              </a:spcBef>
              <a:spcAft>
                <a:spcPts val="0"/>
              </a:spcAft>
              <a:buClr>
                <a:srgbClr val="000000"/>
              </a:buClr>
              <a:buSzPts val="1800"/>
              <a:buFont typeface="Arial"/>
              <a:buChar char="•"/>
            </a:pPr>
            <a:r>
              <a:rPr b="0" i="0" lang="en-US" sz="1800" u="none" cap="none" strike="noStrike">
                <a:solidFill>
                  <a:schemeClr val="accent5"/>
                </a:solidFill>
                <a:latin typeface="Times New Roman"/>
                <a:ea typeface="Times New Roman"/>
                <a:cs typeface="Times New Roman"/>
                <a:sym typeface="Times New Roman"/>
              </a:rPr>
              <a:t>Hardware tickets are slowest</a:t>
            </a:r>
            <a:endParaRPr b="0" i="0" sz="1800" u="none" cap="none" strike="noStrike">
              <a:solidFill>
                <a:srgbClr val="FFFFFF"/>
              </a:solidFill>
              <a:latin typeface="Arial"/>
              <a:ea typeface="Arial"/>
              <a:cs typeface="Arial"/>
              <a:sym typeface="Arial"/>
            </a:endParaRPr>
          </a:p>
          <a:p>
            <a:pPr indent="-285840" lvl="0" marL="285840" marR="0" rtl="0" algn="l">
              <a:lnSpc>
                <a:spcPct val="100000"/>
              </a:lnSpc>
              <a:spcBef>
                <a:spcPts val="0"/>
              </a:spcBef>
              <a:spcAft>
                <a:spcPts val="0"/>
              </a:spcAft>
              <a:buClr>
                <a:srgbClr val="000000"/>
              </a:buClr>
              <a:buSzPts val="1800"/>
              <a:buFont typeface="Arial"/>
              <a:buChar char="•"/>
            </a:pPr>
            <a:r>
              <a:rPr b="0" i="0" lang="en-US" sz="1800" u="none" cap="none" strike="noStrike">
                <a:solidFill>
                  <a:schemeClr val="accent5"/>
                </a:solidFill>
                <a:latin typeface="Times New Roman"/>
                <a:ea typeface="Times New Roman"/>
                <a:cs typeface="Times New Roman"/>
                <a:sym typeface="Times New Roman"/>
              </a:rPr>
              <a:t>Urgent tickets are prioritized effectively</a:t>
            </a:r>
            <a:endParaRPr b="0" i="0" sz="1800" u="none" cap="none" strike="noStrike">
              <a:solidFill>
                <a:srgbClr val="FFFFFF"/>
              </a:solidFill>
              <a:latin typeface="Arial"/>
              <a:ea typeface="Arial"/>
              <a:cs typeface="Arial"/>
              <a:sym typeface="Arial"/>
            </a:endParaRPr>
          </a:p>
          <a:p>
            <a:pPr indent="-285840" lvl="0" marL="285840" marR="0" rtl="0" algn="l">
              <a:lnSpc>
                <a:spcPct val="100000"/>
              </a:lnSpc>
              <a:spcBef>
                <a:spcPts val="0"/>
              </a:spcBef>
              <a:spcAft>
                <a:spcPts val="0"/>
              </a:spcAft>
              <a:buClr>
                <a:srgbClr val="000000"/>
              </a:buClr>
              <a:buSzPts val="1800"/>
              <a:buFont typeface="Arial"/>
              <a:buChar char="•"/>
            </a:pPr>
            <a:r>
              <a:rPr b="0" i="0" lang="en-US" sz="1800" u="none" cap="none" strike="noStrike">
                <a:solidFill>
                  <a:schemeClr val="accent5"/>
                </a:solidFill>
                <a:latin typeface="Times New Roman"/>
                <a:ea typeface="Times New Roman"/>
                <a:cs typeface="Times New Roman"/>
                <a:sym typeface="Times New Roman"/>
              </a:rPr>
              <a:t>Some agents require training</a:t>
            </a:r>
            <a:endParaRPr b="0" i="0" sz="1800" u="none" cap="none" strike="noStrike">
              <a:solidFill>
                <a:srgbClr val="FFFFFF"/>
              </a:solidFill>
              <a:latin typeface="Arial"/>
              <a:ea typeface="Arial"/>
              <a:cs typeface="Arial"/>
              <a:sym typeface="Arial"/>
            </a:endParaRPr>
          </a:p>
          <a:p>
            <a:pPr indent="-285840" lvl="0" marL="285840" marR="0" rtl="0" algn="l">
              <a:lnSpc>
                <a:spcPct val="100000"/>
              </a:lnSpc>
              <a:spcBef>
                <a:spcPts val="0"/>
              </a:spcBef>
              <a:spcAft>
                <a:spcPts val="0"/>
              </a:spcAft>
              <a:buClr>
                <a:srgbClr val="000000"/>
              </a:buClr>
              <a:buSzPts val="1800"/>
              <a:buFont typeface="Arial"/>
              <a:buChar char="•"/>
            </a:pPr>
            <a:r>
              <a:rPr b="0" i="0" lang="en-US" sz="1800" u="none" cap="none" strike="noStrike">
                <a:solidFill>
                  <a:schemeClr val="accent5"/>
                </a:solidFill>
                <a:latin typeface="Times New Roman"/>
                <a:ea typeface="Times New Roman"/>
                <a:cs typeface="Times New Roman"/>
                <a:sym typeface="Times New Roman"/>
              </a:rPr>
              <a:t>Process inefficiency is a bigger issue than manpower shortage</a:t>
            </a:r>
            <a:endParaRPr b="0" i="0" sz="1800" u="none" cap="none" strike="noStrike">
              <a:solidFill>
                <a:srgbClr val="FFFFFF"/>
              </a:solidFill>
              <a:latin typeface="Arial"/>
              <a:ea typeface="Arial"/>
              <a:cs typeface="Arial"/>
              <a:sym typeface="Arial"/>
            </a:endParaRPr>
          </a:p>
          <a:p>
            <a:pPr indent="-285840" lvl="0" marL="285840" marR="0" rtl="0" algn="l">
              <a:lnSpc>
                <a:spcPct val="100000"/>
              </a:lnSpc>
              <a:spcBef>
                <a:spcPts val="0"/>
              </a:spcBef>
              <a:spcAft>
                <a:spcPts val="0"/>
              </a:spcAft>
              <a:buClr>
                <a:srgbClr val="000000"/>
              </a:buClr>
              <a:buSzPts val="1800"/>
              <a:buFont typeface="Arial"/>
              <a:buChar char="•"/>
            </a:pPr>
            <a:r>
              <a:rPr b="0" i="0" lang="en-US" sz="1800" u="none" cap="none" strike="noStrike">
                <a:solidFill>
                  <a:schemeClr val="accent5"/>
                </a:solidFill>
                <a:latin typeface="Times New Roman"/>
                <a:ea typeface="Times New Roman"/>
                <a:cs typeface="Times New Roman"/>
                <a:sym typeface="Times New Roman"/>
              </a:rPr>
              <a:t>Technology investment offers best ROI</a:t>
            </a:r>
            <a:endParaRPr b="0" i="0" sz="1800" u="none" cap="none" strike="noStrike">
              <a:solidFill>
                <a:srgbClr val="FFFFFF"/>
              </a:solidFill>
              <a:latin typeface="Arial"/>
              <a:ea typeface="Arial"/>
              <a:cs typeface="Arial"/>
              <a:sym typeface="Arial"/>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4" name="Shape 194"/>
        <p:cNvGrpSpPr/>
        <p:nvPr/>
      </p:nvGrpSpPr>
      <p:grpSpPr>
        <a:xfrm>
          <a:off x="0" y="0"/>
          <a:ext cx="0" cy="0"/>
          <a:chOff x="0" y="0"/>
          <a:chExt cx="0" cy="0"/>
        </a:xfrm>
      </p:grpSpPr>
      <p:sp>
        <p:nvSpPr>
          <p:cNvPr id="195" name="Google Shape;195;p24"/>
          <p:cNvSpPr/>
          <p:nvPr/>
        </p:nvSpPr>
        <p:spPr>
          <a:xfrm>
            <a:off x="545400" y="241560"/>
            <a:ext cx="7796160" cy="63972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None/>
            </a:pPr>
            <a:r>
              <a:rPr b="1" i="0" lang="en-US" sz="3000" u="none" cap="none" strike="noStrike">
                <a:solidFill>
                  <a:schemeClr val="dk1"/>
                </a:solidFill>
                <a:latin typeface="Times New Roman"/>
                <a:ea typeface="Times New Roman"/>
                <a:cs typeface="Times New Roman"/>
                <a:sym typeface="Times New Roman"/>
              </a:rPr>
              <a:t>Conclusion</a:t>
            </a:r>
            <a:endParaRPr b="0" i="0" sz="3000" u="none" cap="none" strike="noStrike">
              <a:solidFill>
                <a:srgbClr val="FFFFFF"/>
              </a:solidFill>
              <a:latin typeface="Arial"/>
              <a:ea typeface="Arial"/>
              <a:cs typeface="Arial"/>
              <a:sym typeface="Arial"/>
            </a:endParaRPr>
          </a:p>
        </p:txBody>
      </p:sp>
      <p:sp>
        <p:nvSpPr>
          <p:cNvPr id="196" name="Google Shape;196;p24"/>
          <p:cNvSpPr/>
          <p:nvPr/>
        </p:nvSpPr>
        <p:spPr>
          <a:xfrm>
            <a:off x="541800" y="1290960"/>
            <a:ext cx="6414120" cy="2559960"/>
          </a:xfrm>
          <a:prstGeom prst="rect">
            <a:avLst/>
          </a:prstGeom>
          <a:noFill/>
          <a:ln>
            <a:noFill/>
          </a:ln>
        </p:spPr>
        <p:txBody>
          <a:bodyPr anchorCtr="0" anchor="t" bIns="45700" lIns="91425" spcFirstLastPara="1" rIns="91425" wrap="square" tIns="45700">
            <a:noAutofit/>
          </a:bodyPr>
          <a:lstStyle/>
          <a:p>
            <a:pPr indent="-285840" lvl="0" marL="285840" marR="0" rtl="0" algn="just">
              <a:lnSpc>
                <a:spcPct val="100000"/>
              </a:lnSpc>
              <a:spcBef>
                <a:spcPts val="0"/>
              </a:spcBef>
              <a:spcAft>
                <a:spcPts val="0"/>
              </a:spcAft>
              <a:buClr>
                <a:srgbClr val="000000"/>
              </a:buClr>
              <a:buSzPts val="1800"/>
              <a:buFont typeface="Times New Roman"/>
              <a:buChar char="•"/>
            </a:pPr>
            <a:r>
              <a:rPr i="0" lang="en-US" sz="1800" u="none" cap="none" strike="noStrike">
                <a:solidFill>
                  <a:schemeClr val="accent5"/>
                </a:solidFill>
                <a:latin typeface="Times New Roman"/>
                <a:ea typeface="Times New Roman"/>
                <a:cs typeface="Times New Roman"/>
                <a:sym typeface="Times New Roman"/>
              </a:rPr>
              <a:t>The analysis demonstrates that the IT support team is handling growing workloads effectively, but operational inefficiencies remain in specific categories and workflows. </a:t>
            </a:r>
            <a:endParaRPr i="0" sz="1800" u="none" cap="none" strike="noStrike">
              <a:solidFill>
                <a:srgbClr val="FFFFFF"/>
              </a:solidFill>
              <a:latin typeface="Times New Roman"/>
              <a:ea typeface="Times New Roman"/>
              <a:cs typeface="Times New Roman"/>
              <a:sym typeface="Times New Roman"/>
            </a:endParaRPr>
          </a:p>
          <a:p>
            <a:pPr indent="0" lvl="0" marL="0" marR="0" rtl="0" algn="just">
              <a:lnSpc>
                <a:spcPct val="100000"/>
              </a:lnSpc>
              <a:spcBef>
                <a:spcPts val="0"/>
              </a:spcBef>
              <a:spcAft>
                <a:spcPts val="0"/>
              </a:spcAft>
              <a:buNone/>
            </a:pPr>
            <a:r>
              <a:t/>
            </a:r>
            <a:endParaRPr i="0" sz="1800" u="none" cap="none" strike="noStrike">
              <a:solidFill>
                <a:srgbClr val="FFFFFF"/>
              </a:solidFill>
              <a:latin typeface="Times New Roman"/>
              <a:ea typeface="Times New Roman"/>
              <a:cs typeface="Times New Roman"/>
              <a:sym typeface="Times New Roman"/>
            </a:endParaRPr>
          </a:p>
          <a:p>
            <a:pPr indent="-285840" lvl="0" marL="285840" marR="0" rtl="0" algn="just">
              <a:lnSpc>
                <a:spcPct val="100000"/>
              </a:lnSpc>
              <a:spcBef>
                <a:spcPts val="0"/>
              </a:spcBef>
              <a:spcAft>
                <a:spcPts val="0"/>
              </a:spcAft>
              <a:buClr>
                <a:srgbClr val="000000"/>
              </a:buClr>
              <a:buSzPts val="1800"/>
              <a:buFont typeface="Times New Roman"/>
              <a:buChar char="•"/>
            </a:pPr>
            <a:r>
              <a:rPr i="0" lang="en-US" sz="1800" u="none" cap="none" strike="noStrike">
                <a:solidFill>
                  <a:schemeClr val="accent5"/>
                </a:solidFill>
                <a:latin typeface="Times New Roman"/>
                <a:ea typeface="Times New Roman"/>
                <a:cs typeface="Times New Roman"/>
                <a:sym typeface="Times New Roman"/>
              </a:rPr>
              <a:t>Strategic investments in automation, software upgrades, and targeted training can significantly improve resolution efficiency and service quality.</a:t>
            </a:r>
            <a:endParaRPr i="0" sz="1800" u="none" cap="none" strike="noStrike">
              <a:solidFill>
                <a:srgbClr val="FFFFFF"/>
              </a:solidFill>
              <a:latin typeface="Times New Roman"/>
              <a:ea typeface="Times New Roman"/>
              <a:cs typeface="Times New Roman"/>
              <a:sym typeface="Times New Roman"/>
            </a:endParaRPr>
          </a:p>
          <a:p>
            <a:pPr indent="0" lvl="0" marL="0" marR="0" rtl="0" algn="just">
              <a:lnSpc>
                <a:spcPct val="100000"/>
              </a:lnSpc>
              <a:spcBef>
                <a:spcPts val="0"/>
              </a:spcBef>
              <a:spcAft>
                <a:spcPts val="0"/>
              </a:spcAft>
              <a:buNone/>
            </a:pPr>
            <a:r>
              <a:t/>
            </a:r>
            <a:endParaRPr i="0" sz="1800" u="none" cap="none" strike="noStrike">
              <a:solidFill>
                <a:srgbClr val="FFFFFF"/>
              </a:solidFill>
              <a:latin typeface="Times New Roman"/>
              <a:ea typeface="Times New Roman"/>
              <a:cs typeface="Times New Roman"/>
              <a:sym typeface="Times New Roman"/>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0" name="Shape 200"/>
        <p:cNvGrpSpPr/>
        <p:nvPr/>
      </p:nvGrpSpPr>
      <p:grpSpPr>
        <a:xfrm>
          <a:off x="0" y="0"/>
          <a:ext cx="0" cy="0"/>
          <a:chOff x="0" y="0"/>
          <a:chExt cx="0" cy="0"/>
        </a:xfrm>
      </p:grpSpPr>
      <p:sp>
        <p:nvSpPr>
          <p:cNvPr id="201" name="Google Shape;201;p25"/>
          <p:cNvSpPr/>
          <p:nvPr/>
        </p:nvSpPr>
        <p:spPr>
          <a:xfrm>
            <a:off x="959760" y="4350960"/>
            <a:ext cx="6879240" cy="396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None/>
            </a:pPr>
            <a:r>
              <a:rPr b="1" i="0" lang="en-US" sz="2000" u="none" cap="none" strike="noStrike">
                <a:solidFill>
                  <a:schemeClr val="accent5"/>
                </a:solidFill>
                <a:latin typeface="Times New Roman"/>
                <a:ea typeface="Times New Roman"/>
                <a:cs typeface="Times New Roman"/>
                <a:sym typeface="Times New Roman"/>
              </a:rPr>
              <a:t>"Data-driven decisions lead to operational excellence."</a:t>
            </a:r>
            <a:endParaRPr b="0" i="0" sz="2000" u="none" cap="none" strike="noStrike">
              <a:solidFill>
                <a:srgbClr val="FFFFFF"/>
              </a:solidFill>
              <a:latin typeface="Arial"/>
              <a:ea typeface="Arial"/>
              <a:cs typeface="Arial"/>
              <a:sym typeface="Arial"/>
            </a:endParaRPr>
          </a:p>
        </p:txBody>
      </p:sp>
      <p:pic>
        <p:nvPicPr>
          <p:cNvPr descr="A blue and white thank you card&#10;&#10;AI-generated content may be incorrect." id="202" name="Google Shape;202;p25"/>
          <p:cNvPicPr preferRelativeResize="0"/>
          <p:nvPr/>
        </p:nvPicPr>
        <p:blipFill rotWithShape="1">
          <a:blip r:embed="rId3">
            <a:alphaModFix/>
          </a:blip>
          <a:srcRect b="0" l="0" r="0" t="0"/>
          <a:stretch/>
        </p:blipFill>
        <p:spPr>
          <a:xfrm>
            <a:off x="434160" y="0"/>
            <a:ext cx="8275680" cy="5143320"/>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Technology Market Research Pitch Deck by Slidesgo">
  <a:themeElements>
    <a:clrScheme name="Simple Light">
      <a:dk1>
        <a:srgbClr val="FFFFFF"/>
      </a:dk1>
      <a:lt1>
        <a:srgbClr val="00CADA"/>
      </a:lt1>
      <a:dk2>
        <a:srgbClr val="110E24"/>
      </a:dk2>
      <a:lt2>
        <a:srgbClr val="46406B"/>
      </a:lt2>
      <a:accent1>
        <a:srgbClr val="69639C"/>
      </a:accent1>
      <a:accent2>
        <a:srgbClr val="AFAFB6"/>
      </a:accent2>
      <a:accent3>
        <a:srgbClr val="FFFFFF"/>
      </a:accent3>
      <a:accent4>
        <a:srgbClr val="FFFFFF"/>
      </a:accent4>
      <a:accent5>
        <a:srgbClr val="FFFFFF"/>
      </a:accent5>
      <a:accent6>
        <a:srgbClr val="FFFFFF"/>
      </a:accent6>
      <a:hlink>
        <a:srgbClr val="FFFFFF"/>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